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Lexend Deca"/>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LexendDeca-regular.fntdata"/><Relationship Id="rId14" Type="http://schemas.openxmlformats.org/officeDocument/2006/relationships/slide" Target="slides/slide10.xml"/><Relationship Id="rId16" Type="http://schemas.openxmlformats.org/officeDocument/2006/relationships/font" Target="fonts/LexendDeca-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f391192_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f391192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f391192_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f391192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606f1c2d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606f1c2d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4168e775e_0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4168e775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4168e775e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4168e775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ed75ccf_0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ed75ccf_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5ed75ccf_0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5ed75ccf_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0"/>
          <a:stretch/>
        </p:blipFill>
        <p:spPr>
          <a:xfrm>
            <a:off x="0" y="-25"/>
            <a:ext cx="9143957" cy="5143500"/>
          </a:xfrm>
          <a:prstGeom prst="rect">
            <a:avLst/>
          </a:prstGeom>
          <a:noFill/>
          <a:ln>
            <a:noFill/>
          </a:ln>
        </p:spPr>
      </p:pic>
      <p:sp>
        <p:nvSpPr>
          <p:cNvPr id="11" name="Google Shape;11;p2"/>
          <p:cNvSpPr txBox="1"/>
          <p:nvPr>
            <p:ph type="ctrTitle"/>
          </p:nvPr>
        </p:nvSpPr>
        <p:spPr>
          <a:xfrm>
            <a:off x="685800" y="1991825"/>
            <a:ext cx="4539000" cy="1159800"/>
          </a:xfrm>
          <a:prstGeom prst="rect">
            <a:avLst/>
          </a:prstGeom>
        </p:spPr>
        <p:txBody>
          <a:bodyPr anchorCtr="0" anchor="ctr" bIns="0" lIns="0" spcFirstLastPara="1" rIns="0" wrap="square" tIns="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p:nvPr>
            <p:ph type="ctrTitle"/>
          </p:nvPr>
        </p:nvSpPr>
        <p:spPr>
          <a:xfrm>
            <a:off x="685800" y="1659550"/>
            <a:ext cx="4263900" cy="11598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5" name="Google Shape;15;p3"/>
          <p:cNvSpPr txBox="1"/>
          <p:nvPr>
            <p:ph idx="1" type="subTitle"/>
          </p:nvPr>
        </p:nvSpPr>
        <p:spPr>
          <a:xfrm>
            <a:off x="685800" y="2916254"/>
            <a:ext cx="4263900" cy="7848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6"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idx="1" type="body"/>
          </p:nvPr>
        </p:nvSpPr>
        <p:spPr>
          <a:xfrm>
            <a:off x="1343850" y="866400"/>
            <a:ext cx="4185600" cy="3693600"/>
          </a:xfrm>
          <a:prstGeom prst="rect">
            <a:avLst/>
          </a:prstGeom>
        </p:spPr>
        <p:txBody>
          <a:bodyPr anchorCtr="0" anchor="t" bIns="0" lIns="0" spcFirstLastPara="1" rIns="0" wrap="square" tIns="0">
            <a:noAutofit/>
          </a:bodyPr>
          <a:lstStyle>
            <a:lvl1pPr indent="-419100" lvl="0" marL="457200" rtl="0">
              <a:spcBef>
                <a:spcPts val="600"/>
              </a:spcBef>
              <a:spcAft>
                <a:spcPts val="0"/>
              </a:spcAft>
              <a:buSzPts val="3000"/>
              <a:buFont typeface="Lexend Deca"/>
              <a:buChar char="⬡"/>
              <a:defRPr sz="3000">
                <a:latin typeface="Lexend Deca"/>
                <a:ea typeface="Lexend Deca"/>
                <a:cs typeface="Lexend Deca"/>
                <a:sym typeface="Lexend Deca"/>
              </a:defRPr>
            </a:lvl1pPr>
            <a:lvl2pPr indent="-419100" lvl="1" marL="914400" rtl="0">
              <a:spcBef>
                <a:spcPts val="0"/>
              </a:spcBef>
              <a:spcAft>
                <a:spcPts val="0"/>
              </a:spcAft>
              <a:buSzPts val="3000"/>
              <a:buFont typeface="Lexend Deca"/>
              <a:buChar char="∙"/>
              <a:defRPr sz="3000">
                <a:latin typeface="Lexend Deca"/>
                <a:ea typeface="Lexend Deca"/>
                <a:cs typeface="Lexend Deca"/>
                <a:sym typeface="Lexend Deca"/>
              </a:defRPr>
            </a:lvl2pPr>
            <a:lvl3pPr indent="-419100" lvl="2" marL="1371600" rtl="0">
              <a:spcBef>
                <a:spcPts val="0"/>
              </a:spcBef>
              <a:spcAft>
                <a:spcPts val="0"/>
              </a:spcAft>
              <a:buSzPts val="3000"/>
              <a:buFont typeface="Lexend Deca"/>
              <a:buChar char="∙"/>
              <a:defRPr sz="3000">
                <a:latin typeface="Lexend Deca"/>
                <a:ea typeface="Lexend Deca"/>
                <a:cs typeface="Lexend Deca"/>
                <a:sym typeface="Lexend Deca"/>
              </a:defRPr>
            </a:lvl3pPr>
            <a:lvl4pPr indent="-419100" lvl="3" marL="1828800" rtl="0">
              <a:spcBef>
                <a:spcPts val="0"/>
              </a:spcBef>
              <a:spcAft>
                <a:spcPts val="0"/>
              </a:spcAft>
              <a:buSzPts val="3000"/>
              <a:buFont typeface="Lexend Deca"/>
              <a:buChar char="●"/>
              <a:defRPr sz="3000">
                <a:latin typeface="Lexend Deca"/>
                <a:ea typeface="Lexend Deca"/>
                <a:cs typeface="Lexend Deca"/>
                <a:sym typeface="Lexend Deca"/>
              </a:defRPr>
            </a:lvl4pPr>
            <a:lvl5pPr indent="-419100" lvl="4" marL="2286000" rtl="0">
              <a:spcBef>
                <a:spcPts val="0"/>
              </a:spcBef>
              <a:spcAft>
                <a:spcPts val="0"/>
              </a:spcAft>
              <a:buSzPts val="3000"/>
              <a:buFont typeface="Lexend Deca"/>
              <a:buChar char="○"/>
              <a:defRPr sz="3000">
                <a:latin typeface="Lexend Deca"/>
                <a:ea typeface="Lexend Deca"/>
                <a:cs typeface="Lexend Deca"/>
                <a:sym typeface="Lexend Deca"/>
              </a:defRPr>
            </a:lvl5pPr>
            <a:lvl6pPr indent="-419100" lvl="5" marL="2743200" rtl="0">
              <a:spcBef>
                <a:spcPts val="0"/>
              </a:spcBef>
              <a:spcAft>
                <a:spcPts val="0"/>
              </a:spcAft>
              <a:buSzPts val="3000"/>
              <a:buFont typeface="Lexend Deca"/>
              <a:buChar char="■"/>
              <a:defRPr sz="3000">
                <a:latin typeface="Lexend Deca"/>
                <a:ea typeface="Lexend Deca"/>
                <a:cs typeface="Lexend Deca"/>
                <a:sym typeface="Lexend Deca"/>
              </a:defRPr>
            </a:lvl6pPr>
            <a:lvl7pPr indent="-419100" lvl="6" marL="3200400" rtl="0">
              <a:spcBef>
                <a:spcPts val="0"/>
              </a:spcBef>
              <a:spcAft>
                <a:spcPts val="0"/>
              </a:spcAft>
              <a:buSzPts val="3000"/>
              <a:buFont typeface="Lexend Deca"/>
              <a:buChar char="●"/>
              <a:defRPr sz="3000">
                <a:latin typeface="Lexend Deca"/>
                <a:ea typeface="Lexend Deca"/>
                <a:cs typeface="Lexend Deca"/>
                <a:sym typeface="Lexend Deca"/>
              </a:defRPr>
            </a:lvl7pPr>
            <a:lvl8pPr indent="-419100" lvl="7" marL="3657600" rtl="0">
              <a:spcBef>
                <a:spcPts val="0"/>
              </a:spcBef>
              <a:spcAft>
                <a:spcPts val="0"/>
              </a:spcAft>
              <a:buSzPts val="3000"/>
              <a:buFont typeface="Lexend Deca"/>
              <a:buChar char="○"/>
              <a:defRPr sz="3000">
                <a:latin typeface="Lexend Deca"/>
                <a:ea typeface="Lexend Deca"/>
                <a:cs typeface="Lexend Deca"/>
                <a:sym typeface="Lexend Deca"/>
              </a:defRPr>
            </a:lvl8pPr>
            <a:lvl9pPr indent="-419100" lvl="8" marL="4114800">
              <a:spcBef>
                <a:spcPts val="0"/>
              </a:spcBef>
              <a:spcAft>
                <a:spcPts val="0"/>
              </a:spcAft>
              <a:buSzPts val="3000"/>
              <a:buFont typeface="Lexend Deca"/>
              <a:buChar char="■"/>
              <a:defRPr sz="3000">
                <a:latin typeface="Lexend Deca"/>
                <a:ea typeface="Lexend Deca"/>
                <a:cs typeface="Lexend Deca"/>
                <a:sym typeface="Lexend Deca"/>
              </a:defRPr>
            </a:lvl9pPr>
          </a:lstStyle>
          <a:p/>
        </p:txBody>
      </p:sp>
      <p:sp>
        <p:nvSpPr>
          <p:cNvPr id="20" name="Google Shape;20;p4"/>
          <p:cNvSpPr txBox="1"/>
          <p:nvPr/>
        </p:nvSpPr>
        <p:spPr>
          <a:xfrm>
            <a:off x="826414" y="656117"/>
            <a:ext cx="613800" cy="6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200">
                <a:solidFill>
                  <a:schemeClr val="lt1"/>
                </a:solidFill>
                <a:latin typeface="Muli"/>
                <a:ea typeface="Muli"/>
                <a:cs typeface="Muli"/>
                <a:sym typeface="Muli"/>
              </a:rPr>
              <a:t>“</a:t>
            </a:r>
            <a:endParaRPr sz="7200">
              <a:solidFill>
                <a:schemeClr val="lt1"/>
              </a:solidFill>
              <a:latin typeface="Muli"/>
              <a:ea typeface="Muli"/>
              <a:cs typeface="Muli"/>
              <a:sym typeface="Muli"/>
            </a:endParaRPr>
          </a:p>
        </p:txBody>
      </p:sp>
      <p:sp>
        <p:nvSpPr>
          <p:cNvPr id="21" name="Google Shape;21;p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2"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 name="Google Shape;24;p5"/>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580550" y="1352550"/>
            <a:ext cx="6014400" cy="3161700"/>
          </a:xfrm>
          <a:prstGeom prst="rect">
            <a:avLst/>
          </a:prstGeom>
        </p:spPr>
        <p:txBody>
          <a:bodyPr anchorCtr="0" anchor="t" bIns="0" lIns="0" spcFirstLastPara="1" rIns="0" wrap="square" tIns="0">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sp>
        <p:nvSpPr>
          <p:cNvPr id="26" name="Google Shape;26;p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7"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6"/>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 type="body"/>
          </p:nvPr>
        </p:nvSpPr>
        <p:spPr>
          <a:xfrm>
            <a:off x="580550" y="1352550"/>
            <a:ext cx="2841000" cy="31551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31" name="Google Shape;31;p6"/>
          <p:cNvSpPr txBox="1"/>
          <p:nvPr>
            <p:ph idx="2" type="body"/>
          </p:nvPr>
        </p:nvSpPr>
        <p:spPr>
          <a:xfrm>
            <a:off x="3753943" y="1352550"/>
            <a:ext cx="2841000" cy="31551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32" name="Google Shape;32;p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3"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7"/>
          <p:cNvSpPr txBox="1"/>
          <p:nvPr>
            <p:ph type="title"/>
          </p:nvPr>
        </p:nvSpPr>
        <p:spPr>
          <a:xfrm>
            <a:off x="580550" y="205975"/>
            <a:ext cx="6405600" cy="857400"/>
          </a:xfrm>
          <a:prstGeom prst="rect">
            <a:avLst/>
          </a:prstGeom>
        </p:spPr>
        <p:txBody>
          <a:bodyPr anchorCtr="0" anchor="b" bIns="0" lIns="0" spcFirstLastPara="1" rIns="0" wrap="square" tIns="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6" name="Google Shape;36;p7"/>
          <p:cNvSpPr txBox="1"/>
          <p:nvPr>
            <p:ph idx="1" type="body"/>
          </p:nvPr>
        </p:nvSpPr>
        <p:spPr>
          <a:xfrm>
            <a:off x="580550" y="1352550"/>
            <a:ext cx="2005800" cy="32022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7" name="Google Shape;37;p7"/>
          <p:cNvSpPr txBox="1"/>
          <p:nvPr>
            <p:ph idx="2" type="body"/>
          </p:nvPr>
        </p:nvSpPr>
        <p:spPr>
          <a:xfrm>
            <a:off x="2780447" y="1352550"/>
            <a:ext cx="2005800" cy="32022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8" name="Google Shape;38;p7"/>
          <p:cNvSpPr txBox="1"/>
          <p:nvPr>
            <p:ph idx="3" type="body"/>
          </p:nvPr>
        </p:nvSpPr>
        <p:spPr>
          <a:xfrm>
            <a:off x="4980344" y="1352550"/>
            <a:ext cx="2005800" cy="32022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9" name="Google Shape;39;p7"/>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8"/>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3" name="Google Shape;43;p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pic>
        <p:nvPicPr>
          <p:cNvPr id="45" name="Google Shape;45;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46" name="Google Shape;46;p9"/>
          <p:cNvSpPr txBox="1"/>
          <p:nvPr>
            <p:ph idx="1" type="body"/>
          </p:nvPr>
        </p:nvSpPr>
        <p:spPr>
          <a:xfrm>
            <a:off x="580550" y="4406300"/>
            <a:ext cx="6135900" cy="519600"/>
          </a:xfrm>
          <a:prstGeom prst="rect">
            <a:avLst/>
          </a:prstGeom>
        </p:spPr>
        <p:txBody>
          <a:bodyPr anchorCtr="0" anchor="t" bIns="0" lIns="0" spcFirstLastPara="1" rIns="0" wrap="square" tIns="0">
            <a:noAutofit/>
          </a:bodyPr>
          <a:lstStyle>
            <a:lvl1pPr indent="-228600" lvl="0" marL="457200">
              <a:spcBef>
                <a:spcPts val="360"/>
              </a:spcBef>
              <a:spcAft>
                <a:spcPts val="0"/>
              </a:spcAft>
              <a:buSzPts val="1400"/>
              <a:buNone/>
              <a:defRPr sz="1400"/>
            </a:lvl1pPr>
          </a:lstStyle>
          <a:p/>
        </p:txBody>
      </p:sp>
      <p:sp>
        <p:nvSpPr>
          <p:cNvPr id="47" name="Google Shape;47;p9"/>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Small circuit" type="blank">
  <p:cSld name="BLANK">
    <p:spTree>
      <p:nvGrpSpPr>
        <p:cNvPr id="48" name="Shape 48"/>
        <p:cNvGrpSpPr/>
        <p:nvPr/>
      </p:nvGrpSpPr>
      <p:grpSpPr>
        <a:xfrm>
          <a:off x="0" y="0"/>
          <a:ext cx="0" cy="0"/>
          <a:chOff x="0" y="0"/>
          <a:chExt cx="0" cy="0"/>
        </a:xfrm>
      </p:grpSpPr>
      <p:pic>
        <p:nvPicPr>
          <p:cNvPr id="49" name="Google Shape;49;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50" name="Google Shape;50;p1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Big circuit">
  <p:cSld name="BLANK_1">
    <p:spTree>
      <p:nvGrpSpPr>
        <p:cNvPr id="5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53" name="Google Shape;53;p11"/>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
    <p:spTree>
      <p:nvGrpSpPr>
        <p:cNvPr id="54" name="Shape 54"/>
        <p:cNvGrpSpPr/>
        <p:nvPr/>
      </p:nvGrpSpPr>
      <p:grpSpPr>
        <a:xfrm>
          <a:off x="0" y="0"/>
          <a:ext cx="0" cy="0"/>
          <a:chOff x="0" y="0"/>
          <a:chExt cx="0" cy="0"/>
        </a:xfrm>
      </p:grpSpPr>
      <p:sp>
        <p:nvSpPr>
          <p:cNvPr id="55" name="Google Shape;55;p1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gradFill>
          <a:gsLst>
            <a:gs pos="0">
              <a:srgbClr val="A458FF"/>
            </a:gs>
            <a:gs pos="39000">
              <a:srgbClr val="3544FF"/>
            </a:gs>
            <a:gs pos="100000">
              <a:srgbClr val="0A2F9E"/>
            </a:gs>
          </a:gsLst>
          <a:lin ang="8100019"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80550" y="205975"/>
            <a:ext cx="6014400" cy="857400"/>
          </a:xfrm>
          <a:prstGeom prst="rect">
            <a:avLst/>
          </a:prstGeom>
          <a:noFill/>
          <a:ln>
            <a:noFill/>
          </a:ln>
        </p:spPr>
        <p:txBody>
          <a:bodyPr anchorCtr="0" anchor="b" bIns="0" lIns="0" spcFirstLastPara="1" rIns="0" wrap="square" tIns="0">
            <a:noAutofit/>
          </a:bodyPr>
          <a:lstStyle>
            <a:lvl1pPr lvl="0">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9pPr>
          </a:lstStyle>
          <a:p/>
        </p:txBody>
      </p:sp>
      <p:sp>
        <p:nvSpPr>
          <p:cNvPr id="7" name="Google Shape;7;p1"/>
          <p:cNvSpPr txBox="1"/>
          <p:nvPr>
            <p:ph idx="1" type="body"/>
          </p:nvPr>
        </p:nvSpPr>
        <p:spPr>
          <a:xfrm>
            <a:off x="580550" y="1352550"/>
            <a:ext cx="6014400" cy="31617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indent="-381000" lvl="1" marL="9144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indent="-381000" lvl="2" marL="13716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indent="-381000" lvl="3" marL="18288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indent="-381000" lvl="4" marL="2286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indent="-381000" lvl="5" marL="27432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indent="-381000" lvl="6" marL="32004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indent="-381000" lvl="7" marL="36576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indent="-381000" lvl="8" marL="41148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p:txBody>
      </p:sp>
      <p:sp>
        <p:nvSpPr>
          <p:cNvPr id="8" name="Google Shape;8;p1"/>
          <p:cNvSpPr txBox="1"/>
          <p:nvPr>
            <p:ph idx="12" type="sldNum"/>
          </p:nvPr>
        </p:nvSpPr>
        <p:spPr>
          <a:xfrm>
            <a:off x="8480584" y="4749851"/>
            <a:ext cx="548700" cy="393600"/>
          </a:xfrm>
          <a:prstGeom prst="rect">
            <a:avLst/>
          </a:prstGeom>
          <a:noFill/>
          <a:ln>
            <a:noFill/>
          </a:ln>
        </p:spPr>
        <p:txBody>
          <a:bodyPr anchorCtr="0" anchor="ctr" bIns="0" lIns="0" spcFirstLastPara="1" rIns="0" wrap="square" tIns="0">
            <a:noAutofit/>
          </a:bodyPr>
          <a:lstStyle>
            <a:lvl1pPr lvl="0" algn="r">
              <a:buNone/>
              <a:defRPr sz="1300">
                <a:solidFill>
                  <a:schemeClr val="lt1"/>
                </a:solidFill>
                <a:latin typeface="Lexend Deca"/>
                <a:ea typeface="Lexend Deca"/>
                <a:cs typeface="Lexend Deca"/>
                <a:sym typeface="Lexend Deca"/>
              </a:defRPr>
            </a:lvl1pPr>
            <a:lvl2pPr lvl="1" algn="r">
              <a:buNone/>
              <a:defRPr sz="1300">
                <a:solidFill>
                  <a:schemeClr val="lt1"/>
                </a:solidFill>
                <a:latin typeface="Lexend Deca"/>
                <a:ea typeface="Lexend Deca"/>
                <a:cs typeface="Lexend Deca"/>
                <a:sym typeface="Lexend Deca"/>
              </a:defRPr>
            </a:lvl2pPr>
            <a:lvl3pPr lvl="2" algn="r">
              <a:buNone/>
              <a:defRPr sz="1300">
                <a:solidFill>
                  <a:schemeClr val="lt1"/>
                </a:solidFill>
                <a:latin typeface="Lexend Deca"/>
                <a:ea typeface="Lexend Deca"/>
                <a:cs typeface="Lexend Deca"/>
                <a:sym typeface="Lexend Deca"/>
              </a:defRPr>
            </a:lvl3pPr>
            <a:lvl4pPr lvl="3" algn="r">
              <a:buNone/>
              <a:defRPr sz="1300">
                <a:solidFill>
                  <a:schemeClr val="lt1"/>
                </a:solidFill>
                <a:latin typeface="Lexend Deca"/>
                <a:ea typeface="Lexend Deca"/>
                <a:cs typeface="Lexend Deca"/>
                <a:sym typeface="Lexend Deca"/>
              </a:defRPr>
            </a:lvl4pPr>
            <a:lvl5pPr lvl="4" algn="r">
              <a:buNone/>
              <a:defRPr sz="1300">
                <a:solidFill>
                  <a:schemeClr val="lt1"/>
                </a:solidFill>
                <a:latin typeface="Lexend Deca"/>
                <a:ea typeface="Lexend Deca"/>
                <a:cs typeface="Lexend Deca"/>
                <a:sym typeface="Lexend Deca"/>
              </a:defRPr>
            </a:lvl5pPr>
            <a:lvl6pPr lvl="5" algn="r">
              <a:buNone/>
              <a:defRPr sz="1300">
                <a:solidFill>
                  <a:schemeClr val="lt1"/>
                </a:solidFill>
                <a:latin typeface="Lexend Deca"/>
                <a:ea typeface="Lexend Deca"/>
                <a:cs typeface="Lexend Deca"/>
                <a:sym typeface="Lexend Deca"/>
              </a:defRPr>
            </a:lvl6pPr>
            <a:lvl7pPr lvl="6" algn="r">
              <a:buNone/>
              <a:defRPr sz="1300">
                <a:solidFill>
                  <a:schemeClr val="lt1"/>
                </a:solidFill>
                <a:latin typeface="Lexend Deca"/>
                <a:ea typeface="Lexend Deca"/>
                <a:cs typeface="Lexend Deca"/>
                <a:sym typeface="Lexend Deca"/>
              </a:defRPr>
            </a:lvl7pPr>
            <a:lvl8pPr lvl="7" algn="r">
              <a:buNone/>
              <a:defRPr sz="1300">
                <a:solidFill>
                  <a:schemeClr val="lt1"/>
                </a:solidFill>
                <a:latin typeface="Lexend Deca"/>
                <a:ea typeface="Lexend Deca"/>
                <a:cs typeface="Lexend Deca"/>
                <a:sym typeface="Lexend Deca"/>
              </a:defRPr>
            </a:lvl8pPr>
            <a:lvl9pPr lvl="8" algn="r">
              <a:buNone/>
              <a:defRPr sz="1300">
                <a:solidFill>
                  <a:schemeClr val="lt1"/>
                </a:solidFill>
                <a:latin typeface="Lexend Deca"/>
                <a:ea typeface="Lexend Deca"/>
                <a:cs typeface="Lexend Deca"/>
                <a:sym typeface="Lexend De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3.png"/><Relationship Id="rId11" Type="http://schemas.openxmlformats.org/officeDocument/2006/relationships/image" Target="../media/image8.png"/><Relationship Id="rId10" Type="http://schemas.openxmlformats.org/officeDocument/2006/relationships/image" Target="../media/image18.png"/><Relationship Id="rId12"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ctrTitle"/>
          </p:nvPr>
        </p:nvSpPr>
        <p:spPr>
          <a:xfrm>
            <a:off x="685800" y="1991825"/>
            <a:ext cx="4539000" cy="1159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Library Management</a:t>
            </a:r>
            <a:endParaRPr/>
          </a:p>
        </p:txBody>
      </p:sp>
      <p:pic>
        <p:nvPicPr>
          <p:cNvPr id="61" name="Google Shape;61;p13"/>
          <p:cNvPicPr preferRelativeResize="0"/>
          <p:nvPr/>
        </p:nvPicPr>
        <p:blipFill>
          <a:blip r:embed="rId3">
            <a:alphaModFix/>
          </a:blip>
          <a:stretch>
            <a:fillRect/>
          </a:stretch>
        </p:blipFill>
        <p:spPr>
          <a:xfrm>
            <a:off x="5894475" y="1050906"/>
            <a:ext cx="1782850" cy="2031750"/>
          </a:xfrm>
          <a:prstGeom prst="rect">
            <a:avLst/>
          </a:prstGeom>
          <a:noFill/>
          <a:ln>
            <a:noFill/>
          </a:ln>
        </p:spPr>
      </p:pic>
      <p:pic>
        <p:nvPicPr>
          <p:cNvPr id="62" name="Google Shape;62;p13"/>
          <p:cNvPicPr preferRelativeResize="0"/>
          <p:nvPr/>
        </p:nvPicPr>
        <p:blipFill>
          <a:blip r:embed="rId4">
            <a:alphaModFix/>
          </a:blip>
          <a:stretch>
            <a:fillRect/>
          </a:stretch>
        </p:blipFill>
        <p:spPr>
          <a:xfrm>
            <a:off x="5320814" y="378324"/>
            <a:ext cx="662500" cy="726550"/>
          </a:xfrm>
          <a:prstGeom prst="rect">
            <a:avLst/>
          </a:prstGeom>
          <a:noFill/>
          <a:ln>
            <a:noFill/>
          </a:ln>
        </p:spPr>
      </p:pic>
      <p:pic>
        <p:nvPicPr>
          <p:cNvPr id="63" name="Google Shape;63;p13"/>
          <p:cNvPicPr preferRelativeResize="0"/>
          <p:nvPr/>
        </p:nvPicPr>
        <p:blipFill>
          <a:blip r:embed="rId5">
            <a:alphaModFix/>
          </a:blip>
          <a:stretch>
            <a:fillRect/>
          </a:stretch>
        </p:blipFill>
        <p:spPr>
          <a:xfrm>
            <a:off x="7593770" y="884611"/>
            <a:ext cx="482075" cy="525200"/>
          </a:xfrm>
          <a:prstGeom prst="rect">
            <a:avLst/>
          </a:prstGeom>
          <a:noFill/>
          <a:ln>
            <a:noFill/>
          </a:ln>
        </p:spPr>
      </p:pic>
      <p:pic>
        <p:nvPicPr>
          <p:cNvPr id="64" name="Google Shape;64;p13"/>
          <p:cNvPicPr preferRelativeResize="0"/>
          <p:nvPr/>
        </p:nvPicPr>
        <p:blipFill>
          <a:blip r:embed="rId6">
            <a:alphaModFix/>
          </a:blip>
          <a:stretch>
            <a:fillRect/>
          </a:stretch>
        </p:blipFill>
        <p:spPr>
          <a:xfrm>
            <a:off x="5621692" y="4034576"/>
            <a:ext cx="586165" cy="686300"/>
          </a:xfrm>
          <a:prstGeom prst="rect">
            <a:avLst/>
          </a:prstGeom>
          <a:noFill/>
          <a:ln>
            <a:noFill/>
          </a:ln>
        </p:spPr>
      </p:pic>
      <p:pic>
        <p:nvPicPr>
          <p:cNvPr id="65" name="Google Shape;65;p13"/>
          <p:cNvPicPr preferRelativeResize="0"/>
          <p:nvPr/>
        </p:nvPicPr>
        <p:blipFill>
          <a:blip r:embed="rId7">
            <a:alphaModFix/>
          </a:blip>
          <a:stretch>
            <a:fillRect/>
          </a:stretch>
        </p:blipFill>
        <p:spPr>
          <a:xfrm>
            <a:off x="8404399" y="3624439"/>
            <a:ext cx="321850" cy="448425"/>
          </a:xfrm>
          <a:prstGeom prst="rect">
            <a:avLst/>
          </a:prstGeom>
          <a:noFill/>
          <a:ln>
            <a:noFill/>
          </a:ln>
        </p:spPr>
      </p:pic>
      <p:pic>
        <p:nvPicPr>
          <p:cNvPr id="66" name="Google Shape;66;p13"/>
          <p:cNvPicPr preferRelativeResize="0"/>
          <p:nvPr/>
        </p:nvPicPr>
        <p:blipFill>
          <a:blip r:embed="rId7">
            <a:alphaModFix/>
          </a:blip>
          <a:stretch>
            <a:fillRect/>
          </a:stretch>
        </p:blipFill>
        <p:spPr>
          <a:xfrm>
            <a:off x="8664593" y="3757882"/>
            <a:ext cx="321850" cy="448425"/>
          </a:xfrm>
          <a:prstGeom prst="rect">
            <a:avLst/>
          </a:prstGeom>
          <a:noFill/>
          <a:ln>
            <a:noFill/>
          </a:ln>
        </p:spPr>
      </p:pic>
      <p:sp>
        <p:nvSpPr>
          <p:cNvPr id="67" name="Google Shape;67;p13"/>
          <p:cNvSpPr txBox="1"/>
          <p:nvPr>
            <p:ph type="ctrTitle"/>
          </p:nvPr>
        </p:nvSpPr>
        <p:spPr>
          <a:xfrm>
            <a:off x="746200" y="3497425"/>
            <a:ext cx="6477900" cy="1159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900"/>
              <a:t>By: Sheldon Weston, Christopher Scott, and JoAle Hart</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idx="4294967295" type="ctrTitle"/>
          </p:nvPr>
        </p:nvSpPr>
        <p:spPr>
          <a:xfrm>
            <a:off x="685800" y="1341750"/>
            <a:ext cx="3617400" cy="928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7200"/>
              <a:t>Hello!</a:t>
            </a:r>
            <a:endParaRPr sz="7200"/>
          </a:p>
        </p:txBody>
      </p:sp>
      <p:sp>
        <p:nvSpPr>
          <p:cNvPr id="73" name="Google Shape;73;p14"/>
          <p:cNvSpPr txBox="1"/>
          <p:nvPr>
            <p:ph idx="4294967295" type="subTitle"/>
          </p:nvPr>
        </p:nvSpPr>
        <p:spPr>
          <a:xfrm>
            <a:off x="685800" y="2302047"/>
            <a:ext cx="3617400" cy="1499700"/>
          </a:xfrm>
          <a:prstGeom prst="rect">
            <a:avLst/>
          </a:prstGeom>
        </p:spPr>
        <p:txBody>
          <a:bodyPr anchorCtr="0" anchor="t" bIns="0" lIns="0" spcFirstLastPara="1" rIns="0" wrap="square" tIns="0">
            <a:noAutofit/>
          </a:bodyPr>
          <a:lstStyle/>
          <a:p>
            <a:pPr indent="0" lvl="0" marL="0" rtl="0" algn="l">
              <a:spcBef>
                <a:spcPts val="600"/>
              </a:spcBef>
              <a:spcAft>
                <a:spcPts val="0"/>
              </a:spcAft>
              <a:buClr>
                <a:schemeClr val="dk1"/>
              </a:buClr>
              <a:buSzPts val="1100"/>
              <a:buFont typeface="Arial"/>
              <a:buNone/>
            </a:pPr>
            <a:r>
              <a:rPr b="1" lang="en" sz="1800"/>
              <a:t>For our project, the task was to develop a system that manages </a:t>
            </a:r>
            <a:r>
              <a:rPr b="1" lang="en" sz="1800"/>
              <a:t>borrowed</a:t>
            </a:r>
            <a:r>
              <a:rPr b="1" lang="en" sz="1800"/>
              <a:t> books in a library. In our library we had to record the books borrowed by students, be able to see if books were overdue, and search for books by title or author.</a:t>
            </a:r>
            <a:endParaRPr b="1" sz="1800"/>
          </a:p>
        </p:txBody>
      </p:sp>
      <p:sp>
        <p:nvSpPr>
          <p:cNvPr id="74" name="Google Shape;74;p1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75" name="Google Shape;75;p14"/>
          <p:cNvGrpSpPr/>
          <p:nvPr/>
        </p:nvGrpSpPr>
        <p:grpSpPr>
          <a:xfrm>
            <a:off x="5168097" y="1023187"/>
            <a:ext cx="2777342" cy="2778553"/>
            <a:chOff x="557511" y="3214925"/>
            <a:chExt cx="719836" cy="720150"/>
          </a:xfrm>
        </p:grpSpPr>
        <p:sp>
          <p:nvSpPr>
            <p:cNvPr id="76" name="Google Shape;76;p14"/>
            <p:cNvSpPr/>
            <p:nvPr/>
          </p:nvSpPr>
          <p:spPr>
            <a:xfrm>
              <a:off x="557511" y="3214925"/>
              <a:ext cx="434543" cy="347863"/>
            </a:xfrm>
            <a:custGeom>
              <a:rect b="b" l="l" r="r" t="t"/>
              <a:pathLst>
                <a:path extrusionOk="0" h="412" w="515">
                  <a:moveTo>
                    <a:pt x="159" y="412"/>
                  </a:moveTo>
                  <a:cubicBezTo>
                    <a:pt x="147" y="402"/>
                    <a:pt x="139" y="388"/>
                    <a:pt x="139" y="373"/>
                  </a:cubicBezTo>
                  <a:cubicBezTo>
                    <a:pt x="139" y="358"/>
                    <a:pt x="146" y="344"/>
                    <a:pt x="158" y="334"/>
                  </a:cubicBezTo>
                  <a:cubicBezTo>
                    <a:pt x="175" y="319"/>
                    <a:pt x="200" y="312"/>
                    <a:pt x="227" y="312"/>
                  </a:cubicBezTo>
                  <a:cubicBezTo>
                    <a:pt x="254" y="312"/>
                    <a:pt x="278" y="319"/>
                    <a:pt x="296" y="334"/>
                  </a:cubicBezTo>
                  <a:cubicBezTo>
                    <a:pt x="307" y="344"/>
                    <a:pt x="314" y="358"/>
                    <a:pt x="314" y="373"/>
                  </a:cubicBezTo>
                  <a:cubicBezTo>
                    <a:pt x="314" y="388"/>
                    <a:pt x="307" y="402"/>
                    <a:pt x="295" y="412"/>
                  </a:cubicBezTo>
                  <a:cubicBezTo>
                    <a:pt x="402" y="412"/>
                    <a:pt x="402" y="412"/>
                    <a:pt x="402" y="412"/>
                  </a:cubicBezTo>
                  <a:cubicBezTo>
                    <a:pt x="408" y="412"/>
                    <a:pt x="413" y="407"/>
                    <a:pt x="413" y="401"/>
                  </a:cubicBezTo>
                  <a:cubicBezTo>
                    <a:pt x="413" y="262"/>
                    <a:pt x="413" y="262"/>
                    <a:pt x="413" y="262"/>
                  </a:cubicBezTo>
                  <a:cubicBezTo>
                    <a:pt x="414" y="258"/>
                    <a:pt x="418" y="253"/>
                    <a:pt x="423" y="253"/>
                  </a:cubicBezTo>
                  <a:cubicBezTo>
                    <a:pt x="433" y="253"/>
                    <a:pt x="442" y="253"/>
                    <a:pt x="448" y="262"/>
                  </a:cubicBezTo>
                  <a:cubicBezTo>
                    <a:pt x="452" y="267"/>
                    <a:pt x="454" y="272"/>
                    <a:pt x="457" y="277"/>
                  </a:cubicBezTo>
                  <a:cubicBezTo>
                    <a:pt x="467" y="293"/>
                    <a:pt x="487" y="294"/>
                    <a:pt x="499" y="280"/>
                  </a:cubicBezTo>
                  <a:cubicBezTo>
                    <a:pt x="510" y="266"/>
                    <a:pt x="515" y="246"/>
                    <a:pt x="514" y="228"/>
                  </a:cubicBezTo>
                  <a:cubicBezTo>
                    <a:pt x="515" y="210"/>
                    <a:pt x="510" y="190"/>
                    <a:pt x="499" y="176"/>
                  </a:cubicBezTo>
                  <a:cubicBezTo>
                    <a:pt x="487" y="161"/>
                    <a:pt x="467" y="162"/>
                    <a:pt x="457" y="178"/>
                  </a:cubicBezTo>
                  <a:cubicBezTo>
                    <a:pt x="454" y="183"/>
                    <a:pt x="452" y="189"/>
                    <a:pt x="448" y="194"/>
                  </a:cubicBezTo>
                  <a:cubicBezTo>
                    <a:pt x="442" y="203"/>
                    <a:pt x="433" y="203"/>
                    <a:pt x="423" y="203"/>
                  </a:cubicBezTo>
                  <a:cubicBezTo>
                    <a:pt x="418" y="202"/>
                    <a:pt x="414" y="198"/>
                    <a:pt x="413" y="194"/>
                  </a:cubicBezTo>
                  <a:cubicBezTo>
                    <a:pt x="413" y="12"/>
                    <a:pt x="413" y="12"/>
                    <a:pt x="413" y="12"/>
                  </a:cubicBezTo>
                  <a:cubicBezTo>
                    <a:pt x="413" y="5"/>
                    <a:pt x="408" y="0"/>
                    <a:pt x="402" y="0"/>
                  </a:cubicBezTo>
                  <a:cubicBezTo>
                    <a:pt x="11" y="0"/>
                    <a:pt x="11" y="0"/>
                    <a:pt x="11" y="0"/>
                  </a:cubicBezTo>
                  <a:cubicBezTo>
                    <a:pt x="5" y="0"/>
                    <a:pt x="0" y="5"/>
                    <a:pt x="0" y="12"/>
                  </a:cubicBezTo>
                  <a:cubicBezTo>
                    <a:pt x="0" y="401"/>
                    <a:pt x="0" y="401"/>
                    <a:pt x="0" y="401"/>
                  </a:cubicBezTo>
                  <a:cubicBezTo>
                    <a:pt x="0" y="407"/>
                    <a:pt x="5" y="412"/>
                    <a:pt x="11" y="412"/>
                  </a:cubicBezTo>
                  <a:lnTo>
                    <a:pt x="159" y="412"/>
                  </a:lnTo>
                  <a:close/>
                </a:path>
              </a:pathLst>
            </a:custGeom>
            <a:solidFill>
              <a:schemeClr val="accent1"/>
            </a:solidFill>
            <a:ln>
              <a:noFill/>
            </a:ln>
          </p:spPr>
          <p:txBody>
            <a:bodyPr anchorCtr="0" anchor="t" bIns="213650" lIns="427425" spcFirstLastPara="1" rIns="427425" wrap="square" tIns="213650">
              <a:noAutofit/>
            </a:bodyPr>
            <a:lstStyle/>
            <a:p>
              <a:pPr indent="0" lvl="0" marL="0" marR="0" rtl="0" algn="l">
                <a:lnSpc>
                  <a:spcPct val="100000"/>
                </a:lnSpc>
                <a:spcBef>
                  <a:spcPts val="0"/>
                </a:spcBef>
                <a:spcAft>
                  <a:spcPts val="0"/>
                </a:spcAft>
                <a:buClr>
                  <a:schemeClr val="dk1"/>
                </a:buClr>
                <a:buSzPts val="8726"/>
                <a:buFont typeface="Calibri"/>
                <a:buNone/>
              </a:pPr>
              <a:r>
                <a:t/>
              </a:r>
              <a:endParaRPr b="0" i="0" sz="8726" u="none" cap="none" strike="noStrike">
                <a:solidFill>
                  <a:schemeClr val="dk1"/>
                </a:solidFill>
                <a:latin typeface="Calibri"/>
                <a:ea typeface="Calibri"/>
                <a:cs typeface="Calibri"/>
                <a:sym typeface="Calibri"/>
              </a:endParaRPr>
            </a:p>
          </p:txBody>
        </p:sp>
        <p:sp>
          <p:nvSpPr>
            <p:cNvPr id="77" name="Google Shape;77;p14"/>
            <p:cNvSpPr/>
            <p:nvPr/>
          </p:nvSpPr>
          <p:spPr>
            <a:xfrm>
              <a:off x="929646" y="3214925"/>
              <a:ext cx="347700" cy="434664"/>
            </a:xfrm>
            <a:custGeom>
              <a:rect b="b" l="l" r="r" t="t"/>
              <a:pathLst>
                <a:path extrusionOk="0" h="515" w="412">
                  <a:moveTo>
                    <a:pt x="0" y="160"/>
                  </a:moveTo>
                  <a:cubicBezTo>
                    <a:pt x="10" y="148"/>
                    <a:pt x="24" y="140"/>
                    <a:pt x="39" y="140"/>
                  </a:cubicBezTo>
                  <a:cubicBezTo>
                    <a:pt x="54" y="140"/>
                    <a:pt x="68" y="147"/>
                    <a:pt x="78" y="159"/>
                  </a:cubicBezTo>
                  <a:cubicBezTo>
                    <a:pt x="93" y="176"/>
                    <a:pt x="100" y="201"/>
                    <a:pt x="100" y="228"/>
                  </a:cubicBezTo>
                  <a:cubicBezTo>
                    <a:pt x="100" y="255"/>
                    <a:pt x="93" y="279"/>
                    <a:pt x="78" y="296"/>
                  </a:cubicBezTo>
                  <a:cubicBezTo>
                    <a:pt x="68" y="308"/>
                    <a:pt x="54" y="315"/>
                    <a:pt x="39" y="315"/>
                  </a:cubicBezTo>
                  <a:cubicBezTo>
                    <a:pt x="24" y="315"/>
                    <a:pt x="10" y="308"/>
                    <a:pt x="0" y="296"/>
                  </a:cubicBezTo>
                  <a:cubicBezTo>
                    <a:pt x="0" y="402"/>
                    <a:pt x="0" y="402"/>
                    <a:pt x="0" y="402"/>
                  </a:cubicBezTo>
                  <a:cubicBezTo>
                    <a:pt x="0" y="409"/>
                    <a:pt x="5" y="414"/>
                    <a:pt x="11" y="414"/>
                  </a:cubicBezTo>
                  <a:cubicBezTo>
                    <a:pt x="150" y="414"/>
                    <a:pt x="150" y="414"/>
                    <a:pt x="150" y="414"/>
                  </a:cubicBezTo>
                  <a:cubicBezTo>
                    <a:pt x="154" y="415"/>
                    <a:pt x="159" y="419"/>
                    <a:pt x="159" y="424"/>
                  </a:cubicBezTo>
                  <a:cubicBezTo>
                    <a:pt x="159" y="434"/>
                    <a:pt x="159" y="443"/>
                    <a:pt x="150" y="449"/>
                  </a:cubicBezTo>
                  <a:cubicBezTo>
                    <a:pt x="145" y="452"/>
                    <a:pt x="140" y="455"/>
                    <a:pt x="135" y="458"/>
                  </a:cubicBezTo>
                  <a:cubicBezTo>
                    <a:pt x="119" y="468"/>
                    <a:pt x="118" y="488"/>
                    <a:pt x="132" y="500"/>
                  </a:cubicBezTo>
                  <a:cubicBezTo>
                    <a:pt x="146" y="511"/>
                    <a:pt x="166" y="515"/>
                    <a:pt x="184" y="515"/>
                  </a:cubicBezTo>
                  <a:cubicBezTo>
                    <a:pt x="202" y="515"/>
                    <a:pt x="222" y="511"/>
                    <a:pt x="236" y="500"/>
                  </a:cubicBezTo>
                  <a:cubicBezTo>
                    <a:pt x="251" y="488"/>
                    <a:pt x="250" y="468"/>
                    <a:pt x="234" y="458"/>
                  </a:cubicBezTo>
                  <a:cubicBezTo>
                    <a:pt x="229" y="455"/>
                    <a:pt x="223" y="452"/>
                    <a:pt x="218" y="449"/>
                  </a:cubicBezTo>
                  <a:cubicBezTo>
                    <a:pt x="209" y="443"/>
                    <a:pt x="209" y="434"/>
                    <a:pt x="209" y="424"/>
                  </a:cubicBezTo>
                  <a:cubicBezTo>
                    <a:pt x="210" y="419"/>
                    <a:pt x="214" y="415"/>
                    <a:pt x="218" y="414"/>
                  </a:cubicBezTo>
                  <a:cubicBezTo>
                    <a:pt x="400" y="414"/>
                    <a:pt x="400" y="414"/>
                    <a:pt x="400" y="414"/>
                  </a:cubicBezTo>
                  <a:cubicBezTo>
                    <a:pt x="407" y="414"/>
                    <a:pt x="412" y="409"/>
                    <a:pt x="412" y="402"/>
                  </a:cubicBezTo>
                  <a:cubicBezTo>
                    <a:pt x="412" y="12"/>
                    <a:pt x="412" y="12"/>
                    <a:pt x="412" y="12"/>
                  </a:cubicBezTo>
                  <a:cubicBezTo>
                    <a:pt x="412" y="5"/>
                    <a:pt x="407" y="0"/>
                    <a:pt x="400" y="0"/>
                  </a:cubicBezTo>
                  <a:cubicBezTo>
                    <a:pt x="11" y="0"/>
                    <a:pt x="11" y="0"/>
                    <a:pt x="11" y="0"/>
                  </a:cubicBezTo>
                  <a:cubicBezTo>
                    <a:pt x="5" y="0"/>
                    <a:pt x="0" y="5"/>
                    <a:pt x="0" y="12"/>
                  </a:cubicBezTo>
                  <a:lnTo>
                    <a:pt x="0" y="160"/>
                  </a:lnTo>
                  <a:close/>
                </a:path>
              </a:pathLst>
            </a:custGeom>
            <a:solidFill>
              <a:schemeClr val="accent2"/>
            </a:solidFill>
            <a:ln>
              <a:noFill/>
            </a:ln>
          </p:spPr>
          <p:txBody>
            <a:bodyPr anchorCtr="0" anchor="t" bIns="213650" lIns="427425" spcFirstLastPara="1" rIns="427425" wrap="square" tIns="213650">
              <a:noAutofit/>
            </a:bodyPr>
            <a:lstStyle/>
            <a:p>
              <a:pPr indent="0" lvl="0" marL="0" marR="0" rtl="0" algn="l">
                <a:lnSpc>
                  <a:spcPct val="100000"/>
                </a:lnSpc>
                <a:spcBef>
                  <a:spcPts val="0"/>
                </a:spcBef>
                <a:spcAft>
                  <a:spcPts val="0"/>
                </a:spcAft>
                <a:buClr>
                  <a:schemeClr val="dk1"/>
                </a:buClr>
                <a:buSzPts val="8726"/>
                <a:buFont typeface="Calibri"/>
                <a:buNone/>
              </a:pPr>
              <a:r>
                <a:t/>
              </a:r>
              <a:endParaRPr b="0" i="0" sz="8726" u="none" cap="none" strike="noStrike">
                <a:solidFill>
                  <a:schemeClr val="dk1"/>
                </a:solidFill>
                <a:latin typeface="Calibri"/>
                <a:ea typeface="Calibri"/>
                <a:cs typeface="Calibri"/>
                <a:sym typeface="Calibri"/>
              </a:endParaRPr>
            </a:p>
          </p:txBody>
        </p:sp>
        <p:sp>
          <p:nvSpPr>
            <p:cNvPr id="78" name="Google Shape;78;p14"/>
            <p:cNvSpPr/>
            <p:nvPr/>
          </p:nvSpPr>
          <p:spPr>
            <a:xfrm>
              <a:off x="557511" y="3500411"/>
              <a:ext cx="347040" cy="434664"/>
            </a:xfrm>
            <a:custGeom>
              <a:rect b="b" l="l" r="r" t="t"/>
              <a:pathLst>
                <a:path extrusionOk="0" h="515" w="411">
                  <a:moveTo>
                    <a:pt x="411" y="356"/>
                  </a:moveTo>
                  <a:cubicBezTo>
                    <a:pt x="401" y="368"/>
                    <a:pt x="387" y="376"/>
                    <a:pt x="372" y="376"/>
                  </a:cubicBezTo>
                  <a:cubicBezTo>
                    <a:pt x="357" y="376"/>
                    <a:pt x="343" y="369"/>
                    <a:pt x="333" y="357"/>
                  </a:cubicBezTo>
                  <a:cubicBezTo>
                    <a:pt x="318" y="340"/>
                    <a:pt x="311" y="315"/>
                    <a:pt x="311" y="288"/>
                  </a:cubicBezTo>
                  <a:cubicBezTo>
                    <a:pt x="311" y="261"/>
                    <a:pt x="318" y="237"/>
                    <a:pt x="333" y="219"/>
                  </a:cubicBezTo>
                  <a:cubicBezTo>
                    <a:pt x="343" y="207"/>
                    <a:pt x="357" y="201"/>
                    <a:pt x="372" y="201"/>
                  </a:cubicBezTo>
                  <a:cubicBezTo>
                    <a:pt x="387" y="201"/>
                    <a:pt x="401" y="208"/>
                    <a:pt x="411" y="220"/>
                  </a:cubicBezTo>
                  <a:cubicBezTo>
                    <a:pt x="411" y="113"/>
                    <a:pt x="411" y="113"/>
                    <a:pt x="411" y="113"/>
                  </a:cubicBezTo>
                  <a:cubicBezTo>
                    <a:pt x="411" y="107"/>
                    <a:pt x="406" y="102"/>
                    <a:pt x="400" y="102"/>
                  </a:cubicBezTo>
                  <a:cubicBezTo>
                    <a:pt x="261" y="102"/>
                    <a:pt x="261" y="102"/>
                    <a:pt x="261" y="102"/>
                  </a:cubicBezTo>
                  <a:cubicBezTo>
                    <a:pt x="257" y="100"/>
                    <a:pt x="252" y="97"/>
                    <a:pt x="252" y="92"/>
                  </a:cubicBezTo>
                  <a:cubicBezTo>
                    <a:pt x="252" y="82"/>
                    <a:pt x="252" y="73"/>
                    <a:pt x="261" y="67"/>
                  </a:cubicBezTo>
                  <a:cubicBezTo>
                    <a:pt x="266" y="63"/>
                    <a:pt x="271" y="61"/>
                    <a:pt x="276" y="58"/>
                  </a:cubicBezTo>
                  <a:cubicBezTo>
                    <a:pt x="293" y="48"/>
                    <a:pt x="294" y="28"/>
                    <a:pt x="279" y="16"/>
                  </a:cubicBezTo>
                  <a:cubicBezTo>
                    <a:pt x="265" y="5"/>
                    <a:pt x="245" y="0"/>
                    <a:pt x="227" y="1"/>
                  </a:cubicBezTo>
                  <a:cubicBezTo>
                    <a:pt x="209" y="0"/>
                    <a:pt x="189" y="5"/>
                    <a:pt x="175" y="16"/>
                  </a:cubicBezTo>
                  <a:cubicBezTo>
                    <a:pt x="160" y="28"/>
                    <a:pt x="161" y="48"/>
                    <a:pt x="177" y="58"/>
                  </a:cubicBezTo>
                  <a:cubicBezTo>
                    <a:pt x="182" y="61"/>
                    <a:pt x="188" y="63"/>
                    <a:pt x="193" y="67"/>
                  </a:cubicBezTo>
                  <a:cubicBezTo>
                    <a:pt x="202" y="73"/>
                    <a:pt x="202" y="82"/>
                    <a:pt x="202" y="92"/>
                  </a:cubicBezTo>
                  <a:cubicBezTo>
                    <a:pt x="201" y="97"/>
                    <a:pt x="197" y="100"/>
                    <a:pt x="193" y="102"/>
                  </a:cubicBezTo>
                  <a:cubicBezTo>
                    <a:pt x="11" y="102"/>
                    <a:pt x="11" y="102"/>
                    <a:pt x="11" y="102"/>
                  </a:cubicBezTo>
                  <a:cubicBezTo>
                    <a:pt x="5" y="102"/>
                    <a:pt x="0" y="107"/>
                    <a:pt x="0" y="113"/>
                  </a:cubicBezTo>
                  <a:cubicBezTo>
                    <a:pt x="0" y="504"/>
                    <a:pt x="0" y="504"/>
                    <a:pt x="0" y="504"/>
                  </a:cubicBezTo>
                  <a:cubicBezTo>
                    <a:pt x="0" y="510"/>
                    <a:pt x="5" y="515"/>
                    <a:pt x="11" y="515"/>
                  </a:cubicBezTo>
                  <a:cubicBezTo>
                    <a:pt x="400" y="515"/>
                    <a:pt x="400" y="515"/>
                    <a:pt x="400" y="515"/>
                  </a:cubicBezTo>
                  <a:cubicBezTo>
                    <a:pt x="406" y="515"/>
                    <a:pt x="411" y="510"/>
                    <a:pt x="411" y="504"/>
                  </a:cubicBezTo>
                  <a:lnTo>
                    <a:pt x="411" y="356"/>
                  </a:lnTo>
                  <a:close/>
                </a:path>
              </a:pathLst>
            </a:custGeom>
            <a:solidFill>
              <a:schemeClr val="accent4"/>
            </a:solidFill>
            <a:ln>
              <a:noFill/>
            </a:ln>
          </p:spPr>
          <p:txBody>
            <a:bodyPr anchorCtr="0" anchor="t" bIns="213650" lIns="427425" spcFirstLastPara="1" rIns="427425" wrap="square" tIns="213650">
              <a:noAutofit/>
            </a:bodyPr>
            <a:lstStyle/>
            <a:p>
              <a:pPr indent="0" lvl="0" marL="0" marR="0" rtl="0" algn="l">
                <a:lnSpc>
                  <a:spcPct val="100000"/>
                </a:lnSpc>
                <a:spcBef>
                  <a:spcPts val="0"/>
                </a:spcBef>
                <a:spcAft>
                  <a:spcPts val="0"/>
                </a:spcAft>
                <a:buClr>
                  <a:schemeClr val="dk1"/>
                </a:buClr>
                <a:buSzPts val="8726"/>
                <a:buFont typeface="Calibri"/>
                <a:buNone/>
              </a:pPr>
              <a:r>
                <a:t/>
              </a:r>
              <a:endParaRPr b="0" i="0" sz="8726" u="none" cap="none" strike="noStrike">
                <a:solidFill>
                  <a:schemeClr val="dk1"/>
                </a:solidFill>
                <a:latin typeface="Calibri"/>
                <a:ea typeface="Calibri"/>
                <a:cs typeface="Calibri"/>
                <a:sym typeface="Calibri"/>
              </a:endParaRPr>
            </a:p>
          </p:txBody>
        </p:sp>
        <p:sp>
          <p:nvSpPr>
            <p:cNvPr id="79" name="Google Shape;79;p14"/>
            <p:cNvSpPr/>
            <p:nvPr/>
          </p:nvSpPr>
          <p:spPr>
            <a:xfrm>
              <a:off x="842804" y="3588202"/>
              <a:ext cx="434543" cy="346873"/>
            </a:xfrm>
            <a:custGeom>
              <a:rect b="b" l="l" r="r" t="t"/>
              <a:pathLst>
                <a:path extrusionOk="0" h="411" w="515">
                  <a:moveTo>
                    <a:pt x="355" y="0"/>
                  </a:moveTo>
                  <a:cubicBezTo>
                    <a:pt x="367" y="10"/>
                    <a:pt x="375" y="24"/>
                    <a:pt x="375" y="39"/>
                  </a:cubicBezTo>
                  <a:cubicBezTo>
                    <a:pt x="375" y="54"/>
                    <a:pt x="368" y="68"/>
                    <a:pt x="356" y="78"/>
                  </a:cubicBezTo>
                  <a:cubicBezTo>
                    <a:pt x="339" y="93"/>
                    <a:pt x="314" y="100"/>
                    <a:pt x="287" y="100"/>
                  </a:cubicBezTo>
                  <a:cubicBezTo>
                    <a:pt x="260" y="100"/>
                    <a:pt x="236" y="93"/>
                    <a:pt x="219" y="78"/>
                  </a:cubicBezTo>
                  <a:cubicBezTo>
                    <a:pt x="207" y="68"/>
                    <a:pt x="200" y="54"/>
                    <a:pt x="200" y="39"/>
                  </a:cubicBezTo>
                  <a:cubicBezTo>
                    <a:pt x="200" y="24"/>
                    <a:pt x="207" y="10"/>
                    <a:pt x="219" y="0"/>
                  </a:cubicBezTo>
                  <a:cubicBezTo>
                    <a:pt x="113" y="0"/>
                    <a:pt x="113" y="0"/>
                    <a:pt x="113" y="0"/>
                  </a:cubicBezTo>
                  <a:cubicBezTo>
                    <a:pt x="106" y="0"/>
                    <a:pt x="101" y="5"/>
                    <a:pt x="101" y="11"/>
                  </a:cubicBezTo>
                  <a:cubicBezTo>
                    <a:pt x="101" y="150"/>
                    <a:pt x="101" y="150"/>
                    <a:pt x="101" y="150"/>
                  </a:cubicBezTo>
                  <a:cubicBezTo>
                    <a:pt x="100" y="154"/>
                    <a:pt x="96" y="159"/>
                    <a:pt x="91" y="159"/>
                  </a:cubicBezTo>
                  <a:cubicBezTo>
                    <a:pt x="81" y="159"/>
                    <a:pt x="72" y="159"/>
                    <a:pt x="66" y="150"/>
                  </a:cubicBezTo>
                  <a:cubicBezTo>
                    <a:pt x="63" y="145"/>
                    <a:pt x="60" y="140"/>
                    <a:pt x="57" y="135"/>
                  </a:cubicBezTo>
                  <a:cubicBezTo>
                    <a:pt x="47" y="118"/>
                    <a:pt x="27" y="117"/>
                    <a:pt x="15" y="132"/>
                  </a:cubicBezTo>
                  <a:cubicBezTo>
                    <a:pt x="4" y="146"/>
                    <a:pt x="0" y="166"/>
                    <a:pt x="0" y="184"/>
                  </a:cubicBezTo>
                  <a:cubicBezTo>
                    <a:pt x="0" y="202"/>
                    <a:pt x="4" y="222"/>
                    <a:pt x="15" y="236"/>
                  </a:cubicBezTo>
                  <a:cubicBezTo>
                    <a:pt x="27" y="251"/>
                    <a:pt x="47" y="250"/>
                    <a:pt x="57" y="234"/>
                  </a:cubicBezTo>
                  <a:cubicBezTo>
                    <a:pt x="60" y="229"/>
                    <a:pt x="63" y="223"/>
                    <a:pt x="66" y="218"/>
                  </a:cubicBezTo>
                  <a:cubicBezTo>
                    <a:pt x="72" y="209"/>
                    <a:pt x="81" y="209"/>
                    <a:pt x="91" y="209"/>
                  </a:cubicBezTo>
                  <a:cubicBezTo>
                    <a:pt x="96" y="210"/>
                    <a:pt x="100" y="214"/>
                    <a:pt x="101" y="218"/>
                  </a:cubicBezTo>
                  <a:cubicBezTo>
                    <a:pt x="101" y="400"/>
                    <a:pt x="101" y="400"/>
                    <a:pt x="101" y="400"/>
                  </a:cubicBezTo>
                  <a:cubicBezTo>
                    <a:pt x="101" y="406"/>
                    <a:pt x="106" y="411"/>
                    <a:pt x="113" y="411"/>
                  </a:cubicBezTo>
                  <a:cubicBezTo>
                    <a:pt x="503" y="411"/>
                    <a:pt x="503" y="411"/>
                    <a:pt x="503" y="411"/>
                  </a:cubicBezTo>
                  <a:cubicBezTo>
                    <a:pt x="510" y="411"/>
                    <a:pt x="515" y="406"/>
                    <a:pt x="515" y="400"/>
                  </a:cubicBezTo>
                  <a:cubicBezTo>
                    <a:pt x="515" y="11"/>
                    <a:pt x="515" y="11"/>
                    <a:pt x="515" y="11"/>
                  </a:cubicBezTo>
                  <a:cubicBezTo>
                    <a:pt x="515" y="5"/>
                    <a:pt x="510" y="0"/>
                    <a:pt x="503" y="0"/>
                  </a:cubicBezTo>
                  <a:lnTo>
                    <a:pt x="355" y="0"/>
                  </a:lnTo>
                  <a:close/>
                </a:path>
              </a:pathLst>
            </a:custGeom>
            <a:solidFill>
              <a:schemeClr val="accent3"/>
            </a:solidFill>
            <a:ln>
              <a:noFill/>
            </a:ln>
          </p:spPr>
          <p:txBody>
            <a:bodyPr anchorCtr="0" anchor="t" bIns="213650" lIns="427425" spcFirstLastPara="1" rIns="427425" wrap="square" tIns="213650">
              <a:noAutofit/>
            </a:bodyPr>
            <a:lstStyle/>
            <a:p>
              <a:pPr indent="0" lvl="0" marL="0" marR="0" rtl="0" algn="l">
                <a:lnSpc>
                  <a:spcPct val="100000"/>
                </a:lnSpc>
                <a:spcBef>
                  <a:spcPts val="0"/>
                </a:spcBef>
                <a:spcAft>
                  <a:spcPts val="0"/>
                </a:spcAft>
                <a:buClr>
                  <a:schemeClr val="dk1"/>
                </a:buClr>
                <a:buSzPts val="8726"/>
                <a:buFont typeface="Calibri"/>
                <a:buNone/>
              </a:pPr>
              <a:r>
                <a:t/>
              </a:r>
              <a:endParaRPr b="0" i="0" sz="8726"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idx="1" type="body"/>
          </p:nvPr>
        </p:nvSpPr>
        <p:spPr>
          <a:xfrm>
            <a:off x="1608975" y="261925"/>
            <a:ext cx="2062500" cy="5271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a:t>Picture 1</a:t>
            </a:r>
            <a:endParaRPr/>
          </a:p>
        </p:txBody>
      </p:sp>
      <p:sp>
        <p:nvSpPr>
          <p:cNvPr id="85" name="Google Shape;85;p1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5"/>
          <p:cNvSpPr txBox="1"/>
          <p:nvPr/>
        </p:nvSpPr>
        <p:spPr>
          <a:xfrm>
            <a:off x="293925" y="1362700"/>
            <a:ext cx="2965800" cy="3446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Muli"/>
              <a:buChar char="●"/>
            </a:pPr>
            <a:r>
              <a:rPr lang="en" sz="1200">
                <a:solidFill>
                  <a:schemeClr val="lt1"/>
                </a:solidFill>
                <a:latin typeface="Muli"/>
                <a:ea typeface="Muli"/>
                <a:cs typeface="Muli"/>
                <a:sym typeface="Muli"/>
              </a:rPr>
              <a:t>We had to import a String title, author and had to name the public class BOOK</a:t>
            </a:r>
            <a:endParaRPr sz="1200">
              <a:solidFill>
                <a:schemeClr val="lt1"/>
              </a:solidFill>
              <a:latin typeface="Muli"/>
              <a:ea typeface="Muli"/>
              <a:cs typeface="Muli"/>
              <a:sym typeface="Muli"/>
            </a:endParaRPr>
          </a:p>
          <a:p>
            <a:pPr indent="-304800" lvl="0" marL="457200" rtl="0" algn="l">
              <a:spcBef>
                <a:spcPts val="0"/>
              </a:spcBef>
              <a:spcAft>
                <a:spcPts val="0"/>
              </a:spcAft>
              <a:buClr>
                <a:schemeClr val="lt1"/>
              </a:buClr>
              <a:buSzPts val="1200"/>
              <a:buFont typeface="Muli"/>
              <a:buChar char="●"/>
            </a:pPr>
            <a:r>
              <a:rPr lang="en" sz="1200">
                <a:solidFill>
                  <a:schemeClr val="lt1"/>
                </a:solidFill>
                <a:latin typeface="Muli"/>
                <a:ea typeface="Muli"/>
                <a:cs typeface="Muli"/>
                <a:sym typeface="Muli"/>
              </a:rPr>
              <a:t>How it works is that each string is public and private. The private strings are the names isBorrowed, getTitle, getAuthor, borrowBook and returnBook  in the class along with the private boolean.</a:t>
            </a:r>
            <a:endParaRPr sz="1200">
              <a:solidFill>
                <a:schemeClr val="lt1"/>
              </a:solidFill>
              <a:latin typeface="Muli"/>
              <a:ea typeface="Muli"/>
              <a:cs typeface="Muli"/>
              <a:sym typeface="Muli"/>
            </a:endParaRPr>
          </a:p>
          <a:p>
            <a:pPr indent="-304800" lvl="0" marL="457200" rtl="0" algn="l">
              <a:spcBef>
                <a:spcPts val="0"/>
              </a:spcBef>
              <a:spcAft>
                <a:spcPts val="0"/>
              </a:spcAft>
              <a:buClr>
                <a:schemeClr val="lt1"/>
              </a:buClr>
              <a:buSzPts val="1200"/>
              <a:buFont typeface="Muli"/>
              <a:buChar char="●"/>
            </a:pPr>
            <a:r>
              <a:rPr lang="en" sz="1200">
                <a:solidFill>
                  <a:schemeClr val="lt1"/>
                </a:solidFill>
                <a:latin typeface="Muli"/>
                <a:ea typeface="Muli"/>
                <a:cs typeface="Muli"/>
                <a:sym typeface="Muli"/>
              </a:rPr>
              <a:t>The public strings are </a:t>
            </a:r>
            <a:r>
              <a:rPr lang="en" sz="1200">
                <a:solidFill>
                  <a:schemeClr val="lt1"/>
                </a:solidFill>
                <a:latin typeface="Muli"/>
                <a:ea typeface="Muli"/>
                <a:cs typeface="Muli"/>
                <a:sym typeface="Muli"/>
              </a:rPr>
              <a:t>separated</a:t>
            </a:r>
            <a:r>
              <a:rPr lang="en" sz="1200">
                <a:solidFill>
                  <a:schemeClr val="lt1"/>
                </a:solidFill>
                <a:latin typeface="Muli"/>
                <a:ea typeface="Muli"/>
                <a:cs typeface="Muli"/>
                <a:sym typeface="Muli"/>
              </a:rPr>
              <a:t> in the public variable and in this code, our job to determine where the book is borrowed from the student and tell the due date, the author, and title of the book.</a:t>
            </a:r>
            <a:br>
              <a:rPr lang="en" sz="1200">
                <a:solidFill>
                  <a:schemeClr val="lt1"/>
                </a:solidFill>
                <a:latin typeface="Muli"/>
                <a:ea typeface="Muli"/>
                <a:cs typeface="Muli"/>
                <a:sym typeface="Muli"/>
              </a:rPr>
            </a:br>
            <a:br>
              <a:rPr lang="en" sz="1200">
                <a:solidFill>
                  <a:schemeClr val="lt1"/>
                </a:solidFill>
                <a:latin typeface="Muli"/>
                <a:ea typeface="Muli"/>
                <a:cs typeface="Muli"/>
                <a:sym typeface="Muli"/>
              </a:rPr>
            </a:br>
            <a:br>
              <a:rPr lang="en" sz="1200">
                <a:solidFill>
                  <a:schemeClr val="lt1"/>
                </a:solidFill>
                <a:latin typeface="Muli"/>
                <a:ea typeface="Muli"/>
                <a:cs typeface="Muli"/>
                <a:sym typeface="Muli"/>
              </a:rPr>
            </a:br>
            <a:endParaRPr sz="1200">
              <a:solidFill>
                <a:schemeClr val="lt1"/>
              </a:solidFill>
              <a:latin typeface="Muli"/>
              <a:ea typeface="Muli"/>
              <a:cs typeface="Muli"/>
              <a:sym typeface="Muli"/>
            </a:endParaRPr>
          </a:p>
        </p:txBody>
      </p:sp>
      <p:pic>
        <p:nvPicPr>
          <p:cNvPr id="87" name="Google Shape;87;p15" title="Screenshot 2025-12-08 203520.png"/>
          <p:cNvPicPr preferRelativeResize="0"/>
          <p:nvPr/>
        </p:nvPicPr>
        <p:blipFill>
          <a:blip r:embed="rId3">
            <a:alphaModFix/>
          </a:blip>
          <a:stretch>
            <a:fillRect/>
          </a:stretch>
        </p:blipFill>
        <p:spPr>
          <a:xfrm>
            <a:off x="3823875" y="152400"/>
            <a:ext cx="3586025" cy="4854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Explanation </a:t>
            </a:r>
            <a:endParaRPr/>
          </a:p>
        </p:txBody>
      </p:sp>
      <p:sp>
        <p:nvSpPr>
          <p:cNvPr id="93" name="Google Shape;93;p16"/>
          <p:cNvSpPr txBox="1"/>
          <p:nvPr>
            <p:ph idx="1" type="body"/>
          </p:nvPr>
        </p:nvSpPr>
        <p:spPr>
          <a:xfrm>
            <a:off x="580550" y="1352550"/>
            <a:ext cx="2841000" cy="3155100"/>
          </a:xfrm>
          <a:prstGeom prst="rect">
            <a:avLst/>
          </a:prstGeom>
        </p:spPr>
        <p:txBody>
          <a:bodyPr anchorCtr="0" anchor="t" bIns="0" lIns="0" spcFirstLastPara="1" rIns="0" wrap="square" tIns="0">
            <a:noAutofit/>
          </a:bodyPr>
          <a:lstStyle/>
          <a:p>
            <a:pPr indent="-355600" lvl="0" marL="457200" rtl="0" algn="l">
              <a:spcBef>
                <a:spcPts val="600"/>
              </a:spcBef>
              <a:spcAft>
                <a:spcPts val="0"/>
              </a:spcAft>
              <a:buSzPts val="2000"/>
              <a:buChar char="⬡"/>
            </a:pPr>
            <a:r>
              <a:rPr b="1" lang="en" sz="1200"/>
              <a:t>Explain what you did, how it works (walk through) </a:t>
            </a:r>
            <a:endParaRPr b="1" sz="1200"/>
          </a:p>
          <a:p>
            <a:pPr indent="-304800" lvl="0" marL="457200" rtl="0" algn="l">
              <a:spcBef>
                <a:spcPts val="0"/>
              </a:spcBef>
              <a:spcAft>
                <a:spcPts val="0"/>
              </a:spcAft>
              <a:buSzPts val="1200"/>
              <a:buChar char="⬡"/>
            </a:pPr>
            <a:r>
              <a:rPr b="1" lang="en" sz="1200"/>
              <a:t>And why</a:t>
            </a:r>
            <a:endParaRPr b="1" sz="1200"/>
          </a:p>
          <a:p>
            <a:pPr indent="-304800" lvl="0" marL="457200" rtl="0" algn="l">
              <a:spcBef>
                <a:spcPts val="0"/>
              </a:spcBef>
              <a:spcAft>
                <a:spcPts val="0"/>
              </a:spcAft>
              <a:buSzPts val="1200"/>
              <a:buChar char="⬡"/>
            </a:pPr>
            <a:r>
              <a:rPr b="1" lang="en" sz="1200"/>
              <a:t>struggles/ challenges solved</a:t>
            </a:r>
            <a:endParaRPr b="1" sz="1200"/>
          </a:p>
        </p:txBody>
      </p:sp>
      <p:sp>
        <p:nvSpPr>
          <p:cNvPr id="94" name="Google Shape;94;p1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ctrTitle"/>
          </p:nvPr>
        </p:nvSpPr>
        <p:spPr>
          <a:xfrm>
            <a:off x="293400" y="694475"/>
            <a:ext cx="2423700" cy="211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Picture 2</a:t>
            </a:r>
            <a:endParaRPr/>
          </a:p>
        </p:txBody>
      </p:sp>
      <p:pic>
        <p:nvPicPr>
          <p:cNvPr id="100" name="Google Shape;100;p17"/>
          <p:cNvPicPr preferRelativeResize="0"/>
          <p:nvPr/>
        </p:nvPicPr>
        <p:blipFill>
          <a:blip r:embed="rId3">
            <a:alphaModFix/>
          </a:blip>
          <a:stretch>
            <a:fillRect/>
          </a:stretch>
        </p:blipFill>
        <p:spPr>
          <a:xfrm>
            <a:off x="5722705" y="2045304"/>
            <a:ext cx="2219340" cy="1159800"/>
          </a:xfrm>
          <a:prstGeom prst="rect">
            <a:avLst/>
          </a:prstGeom>
          <a:noFill/>
          <a:ln>
            <a:noFill/>
          </a:ln>
        </p:spPr>
      </p:pic>
      <p:pic>
        <p:nvPicPr>
          <p:cNvPr id="101" name="Google Shape;101;p17"/>
          <p:cNvPicPr preferRelativeResize="0"/>
          <p:nvPr/>
        </p:nvPicPr>
        <p:blipFill>
          <a:blip r:embed="rId4">
            <a:alphaModFix/>
          </a:blip>
          <a:stretch>
            <a:fillRect/>
          </a:stretch>
        </p:blipFill>
        <p:spPr>
          <a:xfrm>
            <a:off x="5790680" y="2449022"/>
            <a:ext cx="145275" cy="423000"/>
          </a:xfrm>
          <a:prstGeom prst="rect">
            <a:avLst/>
          </a:prstGeom>
          <a:noFill/>
          <a:ln>
            <a:noFill/>
          </a:ln>
        </p:spPr>
      </p:pic>
      <p:pic>
        <p:nvPicPr>
          <p:cNvPr id="102" name="Google Shape;102;p17"/>
          <p:cNvPicPr preferRelativeResize="0"/>
          <p:nvPr/>
        </p:nvPicPr>
        <p:blipFill>
          <a:blip r:embed="rId5">
            <a:alphaModFix/>
          </a:blip>
          <a:stretch>
            <a:fillRect/>
          </a:stretch>
        </p:blipFill>
        <p:spPr>
          <a:xfrm>
            <a:off x="6336726" y="1237502"/>
            <a:ext cx="1032700" cy="1209125"/>
          </a:xfrm>
          <a:prstGeom prst="rect">
            <a:avLst/>
          </a:prstGeom>
          <a:noFill/>
          <a:ln>
            <a:noFill/>
          </a:ln>
        </p:spPr>
      </p:pic>
      <p:sp>
        <p:nvSpPr>
          <p:cNvPr id="103" name="Google Shape;103;p17"/>
          <p:cNvSpPr txBox="1"/>
          <p:nvPr/>
        </p:nvSpPr>
        <p:spPr>
          <a:xfrm>
            <a:off x="342900" y="1179000"/>
            <a:ext cx="2947500" cy="2501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Muli"/>
              <a:buChar char="●"/>
            </a:pPr>
            <a:r>
              <a:rPr lang="en" sz="1500">
                <a:solidFill>
                  <a:schemeClr val="lt1"/>
                </a:solidFill>
                <a:latin typeface="Muli"/>
                <a:ea typeface="Muli"/>
                <a:cs typeface="Muli"/>
                <a:sym typeface="Muli"/>
              </a:rPr>
              <a:t>In this part of the code, we had to use the scanner system to determine books being used based on their subject </a:t>
            </a:r>
            <a:endParaRPr sz="1500">
              <a:solidFill>
                <a:schemeClr val="lt1"/>
              </a:solidFill>
              <a:latin typeface="Muli"/>
              <a:ea typeface="Muli"/>
              <a:cs typeface="Muli"/>
              <a:sym typeface="Muli"/>
            </a:endParaRPr>
          </a:p>
          <a:p>
            <a:pPr indent="-323850" lvl="0" marL="457200" rtl="0" algn="l">
              <a:spcBef>
                <a:spcPts val="0"/>
              </a:spcBef>
              <a:spcAft>
                <a:spcPts val="0"/>
              </a:spcAft>
              <a:buClr>
                <a:schemeClr val="lt1"/>
              </a:buClr>
              <a:buSzPts val="1500"/>
              <a:buFont typeface="Muli"/>
              <a:buChar char="●"/>
            </a:pPr>
            <a:r>
              <a:rPr lang="en" sz="1500">
                <a:solidFill>
                  <a:schemeClr val="lt1"/>
                </a:solidFill>
                <a:latin typeface="Muli"/>
                <a:ea typeface="Muli"/>
                <a:cs typeface="Muli"/>
                <a:sym typeface="Muli"/>
              </a:rPr>
              <a:t>Next, we examine the name of the author and determine the choice the user inputs for book checkout.</a:t>
            </a:r>
            <a:endParaRPr sz="1500">
              <a:solidFill>
                <a:schemeClr val="lt1"/>
              </a:solidFill>
              <a:latin typeface="Muli"/>
              <a:ea typeface="Muli"/>
              <a:cs typeface="Muli"/>
              <a:sym typeface="Muli"/>
            </a:endParaRPr>
          </a:p>
          <a:p>
            <a:pPr indent="-311150" lvl="0" marL="457200" rtl="0" algn="l">
              <a:spcBef>
                <a:spcPts val="0"/>
              </a:spcBef>
              <a:spcAft>
                <a:spcPts val="0"/>
              </a:spcAft>
              <a:buClr>
                <a:schemeClr val="lt1"/>
              </a:buClr>
              <a:buSzPts val="1300"/>
              <a:buFont typeface="Muli"/>
              <a:buChar char="●"/>
            </a:pPr>
            <a:r>
              <a:rPr lang="en" sz="1300">
                <a:solidFill>
                  <a:schemeClr val="lt1"/>
                </a:solidFill>
                <a:latin typeface="Muli"/>
                <a:ea typeface="Muli"/>
                <a:cs typeface="Muli"/>
                <a:sym typeface="Muli"/>
              </a:rPr>
              <a:t>The challenges and struggles I had with this is that I was stuck on the part if the choice being entered by the user will convey the user put if the title matches its </a:t>
            </a:r>
            <a:r>
              <a:rPr lang="en" sz="1300">
                <a:solidFill>
                  <a:schemeClr val="lt1"/>
                </a:solidFill>
                <a:latin typeface="Muli"/>
                <a:ea typeface="Muli"/>
                <a:cs typeface="Muli"/>
                <a:sym typeface="Muli"/>
              </a:rPr>
              <a:t>curriculum.</a:t>
            </a:r>
            <a:endParaRPr sz="1300">
              <a:solidFill>
                <a:schemeClr val="lt1"/>
              </a:solidFill>
              <a:latin typeface="Muli"/>
              <a:ea typeface="Muli"/>
              <a:cs typeface="Muli"/>
              <a:sym typeface="Muli"/>
            </a:endParaRPr>
          </a:p>
        </p:txBody>
      </p:sp>
      <p:pic>
        <p:nvPicPr>
          <p:cNvPr id="104" name="Google Shape;104;p17" title="Screenshot 2025-12-08 203756.png"/>
          <p:cNvPicPr preferRelativeResize="0"/>
          <p:nvPr/>
        </p:nvPicPr>
        <p:blipFill>
          <a:blip r:embed="rId6">
            <a:alphaModFix/>
          </a:blip>
          <a:stretch>
            <a:fillRect/>
          </a:stretch>
        </p:blipFill>
        <p:spPr>
          <a:xfrm>
            <a:off x="3442800" y="152400"/>
            <a:ext cx="3437825" cy="4863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Explanation </a:t>
            </a:r>
            <a:endParaRPr/>
          </a:p>
        </p:txBody>
      </p:sp>
      <p:sp>
        <p:nvSpPr>
          <p:cNvPr id="110" name="Google Shape;110;p18"/>
          <p:cNvSpPr txBox="1"/>
          <p:nvPr>
            <p:ph idx="1" type="body"/>
          </p:nvPr>
        </p:nvSpPr>
        <p:spPr>
          <a:xfrm>
            <a:off x="580550" y="1352550"/>
            <a:ext cx="6014400" cy="3161700"/>
          </a:xfrm>
          <a:prstGeom prst="rect">
            <a:avLst/>
          </a:prstGeom>
        </p:spPr>
        <p:txBody>
          <a:bodyPr anchorCtr="0" anchor="t" bIns="0" lIns="0" spcFirstLastPara="1" rIns="0" wrap="square" tIns="0">
            <a:noAutofit/>
          </a:bodyPr>
          <a:lstStyle/>
          <a:p>
            <a:pPr indent="-381000" lvl="0" marL="457200" rtl="0" algn="l">
              <a:spcBef>
                <a:spcPts val="600"/>
              </a:spcBef>
              <a:spcAft>
                <a:spcPts val="0"/>
              </a:spcAft>
              <a:buSzPts val="2400"/>
              <a:buChar char="⬡"/>
            </a:pPr>
            <a:r>
              <a:rPr lang="en"/>
              <a:t>Explain what you did/ how it works (walk through) </a:t>
            </a:r>
            <a:endParaRPr/>
          </a:p>
          <a:p>
            <a:pPr indent="-381000" lvl="0" marL="457200" rtl="0" algn="l">
              <a:spcBef>
                <a:spcPts val="0"/>
              </a:spcBef>
              <a:spcAft>
                <a:spcPts val="0"/>
              </a:spcAft>
              <a:buSzPts val="2400"/>
              <a:buChar char="⬡"/>
            </a:pPr>
            <a:r>
              <a:rPr lang="en"/>
              <a:t>And why</a:t>
            </a:r>
            <a:endParaRPr/>
          </a:p>
          <a:p>
            <a:pPr indent="-381000" lvl="0" marL="457200" rtl="0" algn="l">
              <a:spcBef>
                <a:spcPts val="0"/>
              </a:spcBef>
              <a:spcAft>
                <a:spcPts val="0"/>
              </a:spcAft>
              <a:buSzPts val="2400"/>
              <a:buChar char="⬡"/>
            </a:pPr>
            <a:r>
              <a:rPr lang="en"/>
              <a:t>struggles / challenges you solved</a:t>
            </a:r>
            <a:endParaRPr/>
          </a:p>
        </p:txBody>
      </p:sp>
      <p:sp>
        <p:nvSpPr>
          <p:cNvPr id="111" name="Google Shape;111;p1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ctrTitle"/>
          </p:nvPr>
        </p:nvSpPr>
        <p:spPr>
          <a:xfrm>
            <a:off x="293400" y="694475"/>
            <a:ext cx="2423700" cy="211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Picture 3</a:t>
            </a:r>
            <a:endParaRPr/>
          </a:p>
        </p:txBody>
      </p:sp>
      <p:pic>
        <p:nvPicPr>
          <p:cNvPr id="117" name="Google Shape;117;p19"/>
          <p:cNvPicPr preferRelativeResize="0"/>
          <p:nvPr/>
        </p:nvPicPr>
        <p:blipFill>
          <a:blip r:embed="rId3">
            <a:alphaModFix/>
          </a:blip>
          <a:stretch>
            <a:fillRect/>
          </a:stretch>
        </p:blipFill>
        <p:spPr>
          <a:xfrm>
            <a:off x="5722705" y="2045304"/>
            <a:ext cx="2219340" cy="1159800"/>
          </a:xfrm>
          <a:prstGeom prst="rect">
            <a:avLst/>
          </a:prstGeom>
          <a:noFill/>
          <a:ln>
            <a:noFill/>
          </a:ln>
        </p:spPr>
      </p:pic>
      <p:pic>
        <p:nvPicPr>
          <p:cNvPr id="118" name="Google Shape;118;p19"/>
          <p:cNvPicPr preferRelativeResize="0"/>
          <p:nvPr/>
        </p:nvPicPr>
        <p:blipFill>
          <a:blip r:embed="rId4">
            <a:alphaModFix/>
          </a:blip>
          <a:stretch>
            <a:fillRect/>
          </a:stretch>
        </p:blipFill>
        <p:spPr>
          <a:xfrm>
            <a:off x="5790680" y="2449022"/>
            <a:ext cx="145275" cy="423000"/>
          </a:xfrm>
          <a:prstGeom prst="rect">
            <a:avLst/>
          </a:prstGeom>
          <a:noFill/>
          <a:ln>
            <a:noFill/>
          </a:ln>
        </p:spPr>
      </p:pic>
      <p:pic>
        <p:nvPicPr>
          <p:cNvPr id="119" name="Google Shape;119;p19"/>
          <p:cNvPicPr preferRelativeResize="0"/>
          <p:nvPr/>
        </p:nvPicPr>
        <p:blipFill>
          <a:blip r:embed="rId5">
            <a:alphaModFix/>
          </a:blip>
          <a:stretch>
            <a:fillRect/>
          </a:stretch>
        </p:blipFill>
        <p:spPr>
          <a:xfrm>
            <a:off x="6336726" y="1237502"/>
            <a:ext cx="1032700" cy="1209125"/>
          </a:xfrm>
          <a:prstGeom prst="rect">
            <a:avLst/>
          </a:prstGeom>
          <a:noFill/>
          <a:ln>
            <a:noFill/>
          </a:ln>
        </p:spPr>
      </p:pic>
      <p:sp>
        <p:nvSpPr>
          <p:cNvPr id="120" name="Google Shape;120;p19"/>
          <p:cNvSpPr txBox="1"/>
          <p:nvPr/>
        </p:nvSpPr>
        <p:spPr>
          <a:xfrm>
            <a:off x="352850" y="1085700"/>
            <a:ext cx="2863500" cy="3933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Muli"/>
              <a:buChar char="●"/>
            </a:pPr>
            <a:r>
              <a:rPr lang="en" sz="1200">
                <a:solidFill>
                  <a:schemeClr val="lt1"/>
                </a:solidFill>
                <a:latin typeface="Muli"/>
                <a:ea typeface="Muli"/>
                <a:cs typeface="Muli"/>
                <a:sym typeface="Muli"/>
              </a:rPr>
              <a:t>In this next part of the code, we had to determine the book that the student returned and to tell if it is borrowed and who it is borrowed by.</a:t>
            </a:r>
            <a:endParaRPr sz="1200">
              <a:solidFill>
                <a:schemeClr val="lt1"/>
              </a:solidFill>
              <a:latin typeface="Muli"/>
              <a:ea typeface="Muli"/>
              <a:cs typeface="Muli"/>
              <a:sym typeface="Muli"/>
            </a:endParaRPr>
          </a:p>
          <a:p>
            <a:pPr indent="-304800" lvl="0" marL="457200" rtl="0" algn="l">
              <a:spcBef>
                <a:spcPts val="0"/>
              </a:spcBef>
              <a:spcAft>
                <a:spcPts val="0"/>
              </a:spcAft>
              <a:buClr>
                <a:schemeClr val="lt1"/>
              </a:buClr>
              <a:buSzPts val="1200"/>
              <a:buFont typeface="Muli"/>
              <a:buChar char="●"/>
            </a:pPr>
            <a:r>
              <a:rPr lang="en" sz="1200">
                <a:solidFill>
                  <a:schemeClr val="lt1"/>
                </a:solidFill>
                <a:latin typeface="Muli"/>
                <a:ea typeface="Muli"/>
                <a:cs typeface="Muli"/>
                <a:sym typeface="Muli"/>
              </a:rPr>
              <a:t>This works when the variable string is involved and naming it returned because we have to check the details of the book for the due date, title, author, and whether the book was borrowed or not.</a:t>
            </a:r>
            <a:endParaRPr sz="1200">
              <a:solidFill>
                <a:schemeClr val="lt1"/>
              </a:solidFill>
              <a:latin typeface="Muli"/>
              <a:ea typeface="Muli"/>
              <a:cs typeface="Muli"/>
              <a:sym typeface="Muli"/>
            </a:endParaRPr>
          </a:p>
          <a:p>
            <a:pPr indent="-304800" lvl="0" marL="457200" rtl="0" algn="l">
              <a:spcBef>
                <a:spcPts val="0"/>
              </a:spcBef>
              <a:spcAft>
                <a:spcPts val="0"/>
              </a:spcAft>
              <a:buClr>
                <a:schemeClr val="lt1"/>
              </a:buClr>
              <a:buSzPts val="1200"/>
              <a:buFont typeface="Muli"/>
              <a:buChar char="●"/>
            </a:pPr>
            <a:r>
              <a:rPr lang="en" sz="1200">
                <a:solidFill>
                  <a:schemeClr val="lt1"/>
                </a:solidFill>
                <a:latin typeface="Muli"/>
                <a:ea typeface="Muli"/>
                <a:cs typeface="Muli"/>
                <a:sym typeface="Muli"/>
              </a:rPr>
              <a:t>During this process we will determine if the student’s book was added successfully after the details it was checked on.</a:t>
            </a:r>
            <a:endParaRPr sz="1200">
              <a:solidFill>
                <a:schemeClr val="lt1"/>
              </a:solidFill>
              <a:latin typeface="Muli"/>
              <a:ea typeface="Muli"/>
              <a:cs typeface="Muli"/>
              <a:sym typeface="Muli"/>
            </a:endParaRPr>
          </a:p>
        </p:txBody>
      </p:sp>
      <p:pic>
        <p:nvPicPr>
          <p:cNvPr id="121" name="Google Shape;121;p19" title="Screenshot 2025-12-08 202632.png"/>
          <p:cNvPicPr preferRelativeResize="0"/>
          <p:nvPr/>
        </p:nvPicPr>
        <p:blipFill>
          <a:blip r:embed="rId6">
            <a:alphaModFix/>
          </a:blip>
          <a:stretch>
            <a:fillRect/>
          </a:stretch>
        </p:blipFill>
        <p:spPr>
          <a:xfrm>
            <a:off x="3721600" y="220938"/>
            <a:ext cx="4000675" cy="48085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Explanation </a:t>
            </a:r>
            <a:endParaRPr/>
          </a:p>
        </p:txBody>
      </p:sp>
      <p:sp>
        <p:nvSpPr>
          <p:cNvPr id="127" name="Google Shape;127;p20"/>
          <p:cNvSpPr txBox="1"/>
          <p:nvPr>
            <p:ph idx="1" type="body"/>
          </p:nvPr>
        </p:nvSpPr>
        <p:spPr>
          <a:xfrm>
            <a:off x="580550" y="1352550"/>
            <a:ext cx="6014400" cy="3161700"/>
          </a:xfrm>
          <a:prstGeom prst="rect">
            <a:avLst/>
          </a:prstGeom>
        </p:spPr>
        <p:txBody>
          <a:bodyPr anchorCtr="0" anchor="t" bIns="0" lIns="0" spcFirstLastPara="1" rIns="0" wrap="square" tIns="0">
            <a:noAutofit/>
          </a:bodyPr>
          <a:lstStyle/>
          <a:p>
            <a:pPr indent="-381000" lvl="0" marL="457200" rtl="0" algn="l">
              <a:spcBef>
                <a:spcPts val="600"/>
              </a:spcBef>
              <a:spcAft>
                <a:spcPts val="0"/>
              </a:spcAft>
              <a:buSzPts val="2400"/>
              <a:buChar char="⬡"/>
            </a:pPr>
            <a:r>
              <a:rPr lang="en"/>
              <a:t>Explain what you did/ how it works (walk through) </a:t>
            </a:r>
            <a:endParaRPr/>
          </a:p>
          <a:p>
            <a:pPr indent="-381000" lvl="0" marL="457200" rtl="0" algn="l">
              <a:spcBef>
                <a:spcPts val="0"/>
              </a:spcBef>
              <a:spcAft>
                <a:spcPts val="0"/>
              </a:spcAft>
              <a:buSzPts val="2400"/>
              <a:buChar char="⬡"/>
            </a:pPr>
            <a:r>
              <a:rPr lang="en"/>
              <a:t>And why</a:t>
            </a:r>
            <a:endParaRPr/>
          </a:p>
          <a:p>
            <a:pPr indent="-381000" lvl="0" marL="457200" rtl="0" algn="l">
              <a:spcBef>
                <a:spcPts val="0"/>
              </a:spcBef>
              <a:spcAft>
                <a:spcPts val="0"/>
              </a:spcAft>
              <a:buSzPts val="2400"/>
              <a:buChar char="⬡"/>
            </a:pPr>
            <a:r>
              <a:rPr lang="en"/>
              <a:t>struggles / challenges you solved</a:t>
            </a:r>
            <a:endParaRPr/>
          </a:p>
        </p:txBody>
      </p:sp>
      <p:sp>
        <p:nvSpPr>
          <p:cNvPr id="128" name="Google Shape;128;p2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1"/>
          <p:cNvPicPr preferRelativeResize="0"/>
          <p:nvPr/>
        </p:nvPicPr>
        <p:blipFill>
          <a:blip r:embed="rId3">
            <a:alphaModFix/>
          </a:blip>
          <a:stretch>
            <a:fillRect/>
          </a:stretch>
        </p:blipFill>
        <p:spPr>
          <a:xfrm>
            <a:off x="5210416" y="2211062"/>
            <a:ext cx="2017495" cy="1209250"/>
          </a:xfrm>
          <a:prstGeom prst="rect">
            <a:avLst/>
          </a:prstGeom>
          <a:noFill/>
          <a:ln>
            <a:noFill/>
          </a:ln>
        </p:spPr>
      </p:pic>
      <p:sp>
        <p:nvSpPr>
          <p:cNvPr id="134" name="Google Shape;134;p21"/>
          <p:cNvSpPr txBox="1"/>
          <p:nvPr>
            <p:ph idx="4294967295" type="ctrTitle"/>
          </p:nvPr>
        </p:nvSpPr>
        <p:spPr>
          <a:xfrm>
            <a:off x="685800" y="1032750"/>
            <a:ext cx="3332700" cy="79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600"/>
              <a:t>Conclusion</a:t>
            </a:r>
            <a:endParaRPr sz="4600"/>
          </a:p>
        </p:txBody>
      </p:sp>
      <p:sp>
        <p:nvSpPr>
          <p:cNvPr id="135" name="Google Shape;135;p21"/>
          <p:cNvSpPr txBox="1"/>
          <p:nvPr>
            <p:ph idx="4294967295" type="subTitle"/>
          </p:nvPr>
        </p:nvSpPr>
        <p:spPr>
          <a:xfrm>
            <a:off x="685800" y="2023050"/>
            <a:ext cx="3701100" cy="10974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800"/>
              <a:t>Throughout our project we were presented with many strategies to use our critical thinking skills to master our coding and solve problems with our coding techniques. We were able to examine a way to manage books in an organized fashion.</a:t>
            </a:r>
            <a:endParaRPr sz="1800"/>
          </a:p>
        </p:txBody>
      </p:sp>
      <p:sp>
        <p:nvSpPr>
          <p:cNvPr id="136" name="Google Shape;136;p21"/>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37" name="Google Shape;137;p21"/>
          <p:cNvPicPr preferRelativeResize="0"/>
          <p:nvPr/>
        </p:nvPicPr>
        <p:blipFill>
          <a:blip r:embed="rId4">
            <a:alphaModFix/>
          </a:blip>
          <a:stretch>
            <a:fillRect/>
          </a:stretch>
        </p:blipFill>
        <p:spPr>
          <a:xfrm>
            <a:off x="4386955" y="1434470"/>
            <a:ext cx="481900" cy="555275"/>
          </a:xfrm>
          <a:prstGeom prst="rect">
            <a:avLst/>
          </a:prstGeom>
          <a:noFill/>
          <a:ln>
            <a:noFill/>
          </a:ln>
        </p:spPr>
      </p:pic>
      <p:pic>
        <p:nvPicPr>
          <p:cNvPr id="138" name="Google Shape;138;p21"/>
          <p:cNvPicPr preferRelativeResize="0"/>
          <p:nvPr/>
        </p:nvPicPr>
        <p:blipFill>
          <a:blip r:embed="rId5">
            <a:alphaModFix/>
          </a:blip>
          <a:stretch>
            <a:fillRect/>
          </a:stretch>
        </p:blipFill>
        <p:spPr>
          <a:xfrm>
            <a:off x="4569684" y="1556163"/>
            <a:ext cx="481900" cy="555275"/>
          </a:xfrm>
          <a:prstGeom prst="rect">
            <a:avLst/>
          </a:prstGeom>
          <a:noFill/>
          <a:ln>
            <a:noFill/>
          </a:ln>
        </p:spPr>
      </p:pic>
      <p:pic>
        <p:nvPicPr>
          <p:cNvPr id="139" name="Google Shape;139;p21"/>
          <p:cNvPicPr preferRelativeResize="0"/>
          <p:nvPr/>
        </p:nvPicPr>
        <p:blipFill>
          <a:blip r:embed="rId6">
            <a:alphaModFix/>
          </a:blip>
          <a:stretch>
            <a:fillRect/>
          </a:stretch>
        </p:blipFill>
        <p:spPr>
          <a:xfrm>
            <a:off x="5654025" y="2170138"/>
            <a:ext cx="1111472" cy="961913"/>
          </a:xfrm>
          <a:prstGeom prst="rect">
            <a:avLst/>
          </a:prstGeom>
          <a:noFill/>
          <a:ln>
            <a:noFill/>
          </a:ln>
        </p:spPr>
      </p:pic>
      <p:pic>
        <p:nvPicPr>
          <p:cNvPr id="140" name="Google Shape;140;p21"/>
          <p:cNvPicPr preferRelativeResize="0"/>
          <p:nvPr/>
        </p:nvPicPr>
        <p:blipFill>
          <a:blip r:embed="rId6">
            <a:alphaModFix/>
          </a:blip>
          <a:stretch>
            <a:fillRect/>
          </a:stretch>
        </p:blipFill>
        <p:spPr>
          <a:xfrm>
            <a:off x="5654025" y="1777572"/>
            <a:ext cx="1111472" cy="961913"/>
          </a:xfrm>
          <a:prstGeom prst="rect">
            <a:avLst/>
          </a:prstGeom>
          <a:noFill/>
          <a:ln>
            <a:noFill/>
          </a:ln>
        </p:spPr>
      </p:pic>
      <p:pic>
        <p:nvPicPr>
          <p:cNvPr id="141" name="Google Shape;141;p21"/>
          <p:cNvPicPr preferRelativeResize="0"/>
          <p:nvPr/>
        </p:nvPicPr>
        <p:blipFill>
          <a:blip r:embed="rId7">
            <a:alphaModFix/>
          </a:blip>
          <a:stretch>
            <a:fillRect/>
          </a:stretch>
        </p:blipFill>
        <p:spPr>
          <a:xfrm>
            <a:off x="5587011" y="756240"/>
            <a:ext cx="1245500" cy="799942"/>
          </a:xfrm>
          <a:prstGeom prst="rect">
            <a:avLst/>
          </a:prstGeom>
          <a:noFill/>
          <a:ln>
            <a:noFill/>
          </a:ln>
        </p:spPr>
      </p:pic>
      <p:pic>
        <p:nvPicPr>
          <p:cNvPr id="142" name="Google Shape;142;p21"/>
          <p:cNvPicPr preferRelativeResize="0"/>
          <p:nvPr/>
        </p:nvPicPr>
        <p:blipFill>
          <a:blip r:embed="rId8">
            <a:alphaModFix/>
          </a:blip>
          <a:stretch>
            <a:fillRect/>
          </a:stretch>
        </p:blipFill>
        <p:spPr>
          <a:xfrm>
            <a:off x="7380302" y="1666762"/>
            <a:ext cx="848475" cy="555275"/>
          </a:xfrm>
          <a:prstGeom prst="rect">
            <a:avLst/>
          </a:prstGeom>
          <a:noFill/>
          <a:ln>
            <a:noFill/>
          </a:ln>
        </p:spPr>
      </p:pic>
      <p:cxnSp>
        <p:nvCxnSpPr>
          <p:cNvPr id="143" name="Google Shape;143;p21"/>
          <p:cNvCxnSpPr/>
          <p:nvPr/>
        </p:nvCxnSpPr>
        <p:spPr>
          <a:xfrm>
            <a:off x="6958825" y="3257288"/>
            <a:ext cx="664200" cy="383400"/>
          </a:xfrm>
          <a:prstGeom prst="straightConnector1">
            <a:avLst/>
          </a:prstGeom>
          <a:noFill/>
          <a:ln cap="rnd" cmpd="sng" w="19050">
            <a:solidFill>
              <a:schemeClr val="accent3"/>
            </a:solidFill>
            <a:prstDash val="dash"/>
            <a:round/>
            <a:headEnd len="med" w="med" type="none"/>
            <a:tailEnd len="med" w="med" type="none"/>
          </a:ln>
        </p:spPr>
      </p:cxnSp>
      <p:cxnSp>
        <p:nvCxnSpPr>
          <p:cNvPr id="144" name="Google Shape;144;p21"/>
          <p:cNvCxnSpPr/>
          <p:nvPr/>
        </p:nvCxnSpPr>
        <p:spPr>
          <a:xfrm>
            <a:off x="4910575" y="2035238"/>
            <a:ext cx="559800" cy="323100"/>
          </a:xfrm>
          <a:prstGeom prst="straightConnector1">
            <a:avLst/>
          </a:prstGeom>
          <a:noFill/>
          <a:ln cap="rnd" cmpd="sng" w="19050">
            <a:solidFill>
              <a:schemeClr val="accent6"/>
            </a:solidFill>
            <a:prstDash val="dash"/>
            <a:round/>
            <a:headEnd len="med" w="med" type="none"/>
            <a:tailEnd len="med" w="med" type="none"/>
          </a:ln>
        </p:spPr>
      </p:cxnSp>
      <p:pic>
        <p:nvPicPr>
          <p:cNvPr id="145" name="Google Shape;145;p21"/>
          <p:cNvPicPr preferRelativeResize="0"/>
          <p:nvPr/>
        </p:nvPicPr>
        <p:blipFill>
          <a:blip r:embed="rId9">
            <a:alphaModFix/>
          </a:blip>
          <a:stretch>
            <a:fillRect/>
          </a:stretch>
        </p:blipFill>
        <p:spPr>
          <a:xfrm>
            <a:off x="7703038" y="1370716"/>
            <a:ext cx="190716" cy="555275"/>
          </a:xfrm>
          <a:prstGeom prst="rect">
            <a:avLst/>
          </a:prstGeom>
          <a:noFill/>
          <a:ln>
            <a:noFill/>
          </a:ln>
        </p:spPr>
      </p:pic>
      <p:cxnSp>
        <p:nvCxnSpPr>
          <p:cNvPr id="146" name="Google Shape;146;p21"/>
          <p:cNvCxnSpPr/>
          <p:nvPr/>
        </p:nvCxnSpPr>
        <p:spPr>
          <a:xfrm flipH="1">
            <a:off x="4637575" y="3181088"/>
            <a:ext cx="936600" cy="540900"/>
          </a:xfrm>
          <a:prstGeom prst="straightConnector1">
            <a:avLst/>
          </a:prstGeom>
          <a:noFill/>
          <a:ln cap="rnd" cmpd="sng" w="19050">
            <a:solidFill>
              <a:schemeClr val="accent3"/>
            </a:solidFill>
            <a:prstDash val="dash"/>
            <a:round/>
            <a:headEnd len="med" w="med" type="none"/>
            <a:tailEnd len="med" w="med" type="none"/>
          </a:ln>
        </p:spPr>
      </p:cxnSp>
      <p:cxnSp>
        <p:nvCxnSpPr>
          <p:cNvPr id="147" name="Google Shape;147;p21"/>
          <p:cNvCxnSpPr/>
          <p:nvPr/>
        </p:nvCxnSpPr>
        <p:spPr>
          <a:xfrm flipH="1">
            <a:off x="6910225" y="2111438"/>
            <a:ext cx="559800" cy="323100"/>
          </a:xfrm>
          <a:prstGeom prst="straightConnector1">
            <a:avLst/>
          </a:prstGeom>
          <a:noFill/>
          <a:ln cap="rnd" cmpd="sng" w="19050">
            <a:solidFill>
              <a:schemeClr val="accent1"/>
            </a:solidFill>
            <a:prstDash val="dash"/>
            <a:round/>
            <a:headEnd len="med" w="med" type="none"/>
            <a:tailEnd len="med" w="med" type="none"/>
          </a:ln>
        </p:spPr>
      </p:cxnSp>
      <p:pic>
        <p:nvPicPr>
          <p:cNvPr id="148" name="Google Shape;148;p21"/>
          <p:cNvPicPr preferRelativeResize="0"/>
          <p:nvPr/>
        </p:nvPicPr>
        <p:blipFill>
          <a:blip r:embed="rId10">
            <a:alphaModFix/>
          </a:blip>
          <a:stretch>
            <a:fillRect/>
          </a:stretch>
        </p:blipFill>
        <p:spPr>
          <a:xfrm>
            <a:off x="4422863" y="2732996"/>
            <a:ext cx="1019495" cy="1122001"/>
          </a:xfrm>
          <a:prstGeom prst="rect">
            <a:avLst/>
          </a:prstGeom>
          <a:noFill/>
          <a:ln>
            <a:noFill/>
          </a:ln>
        </p:spPr>
      </p:pic>
      <p:pic>
        <p:nvPicPr>
          <p:cNvPr id="149" name="Google Shape;149;p21"/>
          <p:cNvPicPr preferRelativeResize="0"/>
          <p:nvPr/>
        </p:nvPicPr>
        <p:blipFill>
          <a:blip r:embed="rId11">
            <a:alphaModFix/>
          </a:blip>
          <a:stretch>
            <a:fillRect/>
          </a:stretch>
        </p:blipFill>
        <p:spPr>
          <a:xfrm>
            <a:off x="7660716" y="3287994"/>
            <a:ext cx="430025" cy="599150"/>
          </a:xfrm>
          <a:prstGeom prst="rect">
            <a:avLst/>
          </a:prstGeom>
          <a:noFill/>
          <a:ln>
            <a:noFill/>
          </a:ln>
        </p:spPr>
      </p:pic>
      <p:pic>
        <p:nvPicPr>
          <p:cNvPr id="150" name="Google Shape;150;p21"/>
          <p:cNvPicPr preferRelativeResize="0"/>
          <p:nvPr/>
        </p:nvPicPr>
        <p:blipFill>
          <a:blip r:embed="rId12">
            <a:alphaModFix/>
          </a:blip>
          <a:stretch>
            <a:fillRect/>
          </a:stretch>
        </p:blipFill>
        <p:spPr>
          <a:xfrm>
            <a:off x="8034133" y="3448355"/>
            <a:ext cx="430025" cy="599150"/>
          </a:xfrm>
          <a:prstGeom prst="rect">
            <a:avLst/>
          </a:prstGeom>
          <a:noFill/>
          <a:ln>
            <a:noFill/>
          </a:ln>
        </p:spPr>
      </p:pic>
      <p:sp>
        <p:nvSpPr>
          <p:cNvPr id="151" name="Google Shape;151;p21"/>
          <p:cNvSpPr/>
          <p:nvPr/>
        </p:nvSpPr>
        <p:spPr>
          <a:xfrm>
            <a:off x="6114350" y="1645250"/>
            <a:ext cx="190800" cy="476700"/>
          </a:xfrm>
          <a:prstGeom prst="upDownArrow">
            <a:avLst>
              <a:gd fmla="val 50000" name="adj1"/>
              <a:gd fmla="val 50000" name="adj2"/>
            </a:avLst>
          </a:prstGeom>
          <a:gradFill>
            <a:gsLst>
              <a:gs pos="0">
                <a:schemeClr val="accent4"/>
              </a:gs>
              <a:gs pos="100000">
                <a:srgbClr val="00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idx="4294967295" type="ctrTitle"/>
          </p:nvPr>
        </p:nvSpPr>
        <p:spPr>
          <a:xfrm>
            <a:off x="685800" y="1660200"/>
            <a:ext cx="7772400" cy="8949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4400"/>
              <a:t>Thank you for your Time!</a:t>
            </a:r>
            <a:endParaRPr sz="4400"/>
          </a:p>
          <a:p>
            <a:pPr indent="0" lvl="0" marL="0" rtl="0" algn="ctr">
              <a:spcBef>
                <a:spcPts val="0"/>
              </a:spcBef>
              <a:spcAft>
                <a:spcPts val="0"/>
              </a:spcAft>
              <a:buNone/>
            </a:pPr>
            <a:r>
              <a:rPr lang="en" sz="2200"/>
              <a:t>Are There Questions?</a:t>
            </a:r>
            <a:endParaRPr sz="2200"/>
          </a:p>
        </p:txBody>
      </p:sp>
      <p:sp>
        <p:nvSpPr>
          <p:cNvPr id="157" name="Google Shape;157;p2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