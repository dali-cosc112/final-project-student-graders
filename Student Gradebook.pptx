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68" r:id="rId4"/>
    <p:sldId id="269" r:id="rId5"/>
    <p:sldId id="261" r:id="rId6"/>
    <p:sldId id="260" r:id="rId7"/>
    <p:sldId id="263" r:id="rId8"/>
    <p:sldId id="266" r:id="rId9"/>
    <p:sldId id="270" r:id="rId10"/>
    <p:sldId id="271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8" autoAdjust="0"/>
    <p:restoredTop sz="94599" autoAdjust="0"/>
  </p:normalViewPr>
  <p:slideViewPr>
    <p:cSldViewPr>
      <p:cViewPr varScale="1">
        <p:scale>
          <a:sx n="65" d="100"/>
          <a:sy n="65" d="100"/>
        </p:scale>
        <p:origin x="690" y="39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12/8/2025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12/8/2025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12/8/2025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12/8/2025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12/8/2025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12/8/2025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12/8/2025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12/8/2025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12/8/2025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12/8/2025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12/8/2025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12/8/2025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Ink Free" panose="03080402000500000000" pitchFamily="66" charset="0"/>
              </a:rPr>
              <a:t>Student Gradebook</a:t>
            </a:r>
            <a:endParaRPr lang="en-US" dirty="0">
              <a:latin typeface="Ink Free" panose="03080402000500000000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Bradley Hand ITC" panose="03070402050302030203" pitchFamily="66" charset="0"/>
              </a:rPr>
              <a:t>By: Ashley Mason, Micah Courtney, and Stephen Green</a:t>
            </a:r>
            <a:endParaRPr lang="en-US" dirty="0"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latin typeface="Ink Free" panose="03080402000500000000" pitchFamily="66" charset="0"/>
              </a:rPr>
              <a:t>In our Project we:</a:t>
            </a:r>
            <a:endParaRPr lang="en-US" sz="5400" dirty="0">
              <a:latin typeface="Ink Free" panose="03080402000500000000" pitchFamily="66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Created a code that can read our input file</a:t>
            </a:r>
            <a:endParaRPr lang="en-US" sz="3200" dirty="0"/>
          </a:p>
          <a:p>
            <a:r>
              <a:rPr lang="en-US" sz="3200" dirty="0" smtClean="0"/>
              <a:t>Created methods and different classes to calculate the students score and average</a:t>
            </a:r>
            <a:endParaRPr lang="en-US" sz="3200" dirty="0"/>
          </a:p>
          <a:p>
            <a:r>
              <a:rPr lang="en-US" sz="3200" dirty="0" smtClean="0"/>
              <a:t>Used the average to assign a letter grade for the overall grades provided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latin typeface="Ink Free" panose="03080402000500000000" pitchFamily="66" charset="0"/>
              </a:rPr>
              <a:t>Main Code</a:t>
            </a:r>
            <a:endParaRPr lang="en-US" sz="5400" dirty="0">
              <a:latin typeface="Ink Free" panose="03080402000500000000" pitchFamily="66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5612" y="1905000"/>
            <a:ext cx="4419599" cy="4267200"/>
          </a:xfrm>
        </p:spPr>
        <p:txBody>
          <a:bodyPr/>
          <a:lstStyle/>
          <a:p>
            <a:r>
              <a:rPr lang="en-US" dirty="0" smtClean="0"/>
              <a:t>Gets the input file</a:t>
            </a:r>
            <a:endParaRPr lang="en-US" dirty="0"/>
          </a:p>
          <a:p>
            <a:r>
              <a:rPr lang="en-US" dirty="0" smtClean="0"/>
              <a:t>Reads the input file; places all students in a student class array.</a:t>
            </a:r>
          </a:p>
          <a:p>
            <a:r>
              <a:rPr lang="en-US" dirty="0" smtClean="0"/>
              <a:t>Calculation method is called</a:t>
            </a:r>
          </a:p>
          <a:p>
            <a:r>
              <a:rPr lang="en-US" dirty="0" smtClean="0"/>
              <a:t>Assigning letter grade method is called and prints out our result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3" t="13558" r="10714" b="11865"/>
          <a:stretch/>
        </p:blipFill>
        <p:spPr>
          <a:xfrm>
            <a:off x="5027612" y="1676400"/>
            <a:ext cx="6761021" cy="4572000"/>
          </a:xfrm>
        </p:spPr>
      </p:pic>
    </p:spTree>
    <p:extLst>
      <p:ext uri="{BB962C8B-B14F-4D97-AF65-F5344CB8AC3E}">
        <p14:creationId xmlns:p14="http://schemas.microsoft.com/office/powerpoint/2010/main" val="22373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latin typeface="Ink Free" panose="03080402000500000000" pitchFamily="66" charset="0"/>
              </a:rPr>
              <a:t>Receiving the file method</a:t>
            </a:r>
            <a:endParaRPr lang="en-US" sz="5400" dirty="0">
              <a:latin typeface="Ink Free" panose="03080402000500000000" pitchFamily="66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856412" y="3048000"/>
            <a:ext cx="4419598" cy="2743200"/>
          </a:xfrm>
        </p:spPr>
        <p:txBody>
          <a:bodyPr/>
          <a:lstStyle/>
          <a:p>
            <a:r>
              <a:rPr lang="en-US" dirty="0" smtClean="0"/>
              <a:t>Reads the input file and returns the list of students</a:t>
            </a:r>
            <a:endParaRPr lang="en-US" dirty="0"/>
          </a:p>
          <a:p>
            <a:r>
              <a:rPr lang="en-US" dirty="0" smtClean="0"/>
              <a:t>This is called in the main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" t="11234" r="42227" b="11735"/>
          <a:stretch/>
        </p:blipFill>
        <p:spPr>
          <a:xfrm>
            <a:off x="227012" y="1670152"/>
            <a:ext cx="6019803" cy="4736895"/>
          </a:xfrm>
        </p:spPr>
      </p:pic>
    </p:spTree>
    <p:extLst>
      <p:ext uri="{BB962C8B-B14F-4D97-AF65-F5344CB8AC3E}">
        <p14:creationId xmlns:p14="http://schemas.microsoft.com/office/powerpoint/2010/main" val="198955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2" y="304800"/>
            <a:ext cx="9143998" cy="1020762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latin typeface="Ink Free" panose="03080402000500000000" pitchFamily="66" charset="0"/>
              </a:rPr>
              <a:t>Inside the Calculation </a:t>
            </a:r>
            <a:r>
              <a:rPr lang="en-US" sz="5400" dirty="0">
                <a:latin typeface="Ink Free" panose="03080402000500000000" pitchFamily="66" charset="0"/>
              </a:rPr>
              <a:t>M</a:t>
            </a:r>
            <a:r>
              <a:rPr lang="en-US" sz="5400" dirty="0" smtClean="0">
                <a:latin typeface="Ink Free" panose="03080402000500000000" pitchFamily="66" charset="0"/>
              </a:rPr>
              <a:t>ethod</a:t>
            </a:r>
            <a:endParaRPr lang="en-US" sz="5400" dirty="0">
              <a:latin typeface="Ink Free" panose="03080402000500000000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12" b="8433"/>
          <a:stretch/>
        </p:blipFill>
        <p:spPr>
          <a:xfrm>
            <a:off x="760412" y="1600200"/>
            <a:ext cx="7391400" cy="47417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25" r="19649" b="31329"/>
          <a:stretch/>
        </p:blipFill>
        <p:spPr>
          <a:xfrm>
            <a:off x="739159" y="6165155"/>
            <a:ext cx="7412653" cy="6928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0412" y="2286000"/>
            <a:ext cx="3657600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 smtClean="0"/>
              <a:t>Calculates each students score and average</a:t>
            </a:r>
          </a:p>
          <a:p>
            <a:pPr>
              <a:lnSpc>
                <a:spcPct val="90000"/>
              </a:lnSpc>
            </a:pPr>
            <a:endParaRPr lang="en-US" sz="2400" dirty="0" smtClean="0"/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 smtClean="0"/>
              <a:t>Also stores the students average in the </a:t>
            </a:r>
            <a:r>
              <a:rPr lang="en-US" sz="2400" dirty="0" err="1" smtClean="0"/>
              <a:t>StudentScores</a:t>
            </a:r>
            <a:r>
              <a:rPr lang="en-US" sz="2400" dirty="0" smtClean="0"/>
              <a:t> class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58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latin typeface="Ink Free" panose="03080402000500000000" pitchFamily="66" charset="0"/>
              </a:rPr>
              <a:t>Letter assignment method</a:t>
            </a:r>
            <a:endParaRPr lang="en-US" sz="5400" dirty="0">
              <a:latin typeface="Ink Free" panose="03080402000500000000" pitchFamily="66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1" t="7504" r="3964" b="9946"/>
          <a:stretch/>
        </p:blipFill>
        <p:spPr>
          <a:xfrm>
            <a:off x="379412" y="1828800"/>
            <a:ext cx="6477000" cy="4274207"/>
          </a:xfrm>
        </p:spPr>
      </p:pic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85012" y="3352800"/>
            <a:ext cx="4416552" cy="1524000"/>
          </a:xfrm>
        </p:spPr>
        <p:txBody>
          <a:bodyPr>
            <a:normAutofit/>
          </a:bodyPr>
          <a:lstStyle/>
          <a:p>
            <a:r>
              <a:rPr lang="en-US" dirty="0" smtClean="0"/>
              <a:t>Reads the students average to assign the letter grade.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5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dirty="0" smtClean="0">
                <a:latin typeface="Ink Free" panose="03080402000500000000" pitchFamily="66" charset="0"/>
              </a:rPr>
              <a:t>Student Class</a:t>
            </a:r>
            <a:endParaRPr lang="en-US" sz="5400" dirty="0">
              <a:latin typeface="Ink Free" panose="03080402000500000000" pitchFamily="66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4" y="2133600"/>
            <a:ext cx="2743200" cy="274320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smtClean="0"/>
              <a:t>This is where all of the student names and scores get held.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" r="47353" b="24908"/>
          <a:stretch/>
        </p:blipFill>
        <p:spPr>
          <a:xfrm>
            <a:off x="4799012" y="1905000"/>
            <a:ext cx="5715000" cy="4124243"/>
          </a:xfrm>
        </p:spPr>
      </p:pic>
    </p:spTree>
    <p:extLst>
      <p:ext uri="{BB962C8B-B14F-4D97-AF65-F5344CB8AC3E}">
        <p14:creationId xmlns:p14="http://schemas.microsoft.com/office/powerpoint/2010/main" val="179730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dirty="0" smtClean="0">
                <a:latin typeface="Ink Free" panose="03080402000500000000" pitchFamily="66" charset="0"/>
              </a:rPr>
              <a:t>Student Scores Class</a:t>
            </a:r>
            <a:endParaRPr lang="en-US" sz="5400" dirty="0">
              <a:latin typeface="Ink Free" panose="03080402000500000000" pitchFamily="66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1" t="6168" r="33173" b="20302"/>
          <a:stretch/>
        </p:blipFill>
        <p:spPr>
          <a:xfrm>
            <a:off x="1674812" y="1905000"/>
            <a:ext cx="5753818" cy="386894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47012" y="2819400"/>
            <a:ext cx="3827254" cy="182880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smtClean="0"/>
              <a:t>This stores the students name with their average while the calculations are being done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60959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latin typeface="Ink Free" panose="03080402000500000000" pitchFamily="66" charset="0"/>
              </a:rPr>
              <a:t>File &amp; Output</a:t>
            </a:r>
            <a:endParaRPr lang="en-US" sz="5400" dirty="0">
              <a:latin typeface="Ink Free" panose="03080402000500000000" pitchFamily="66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677" b="54122"/>
          <a:stretch/>
        </p:blipFill>
        <p:spPr>
          <a:xfrm>
            <a:off x="1522414" y="2099587"/>
            <a:ext cx="3429000" cy="3647468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" t="39506" r="47619" b="20988"/>
          <a:stretch/>
        </p:blipFill>
        <p:spPr>
          <a:xfrm>
            <a:off x="5256212" y="1981200"/>
            <a:ext cx="6019800" cy="3765855"/>
          </a:xfrm>
        </p:spPr>
      </p:pic>
    </p:spTree>
    <p:extLst>
      <p:ext uri="{BB962C8B-B14F-4D97-AF65-F5344CB8AC3E}">
        <p14:creationId xmlns:p14="http://schemas.microsoft.com/office/powerpoint/2010/main" val="258873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8212" y="2590800"/>
            <a:ext cx="7543800" cy="145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9600" dirty="0" smtClean="0">
                <a:latin typeface="Ink Free" panose="03080402000500000000" pitchFamily="66" charset="0"/>
              </a:rPr>
              <a:t>Thank You</a:t>
            </a:r>
            <a:endParaRPr lang="en-US" sz="9600" dirty="0">
              <a:latin typeface="Ink Free" panose="030804020005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23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168</TotalTime>
  <Words>176</Words>
  <Application>Microsoft Office PowerPoint</Application>
  <PresentationFormat>Custom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Bradley Hand ITC</vt:lpstr>
      <vt:lpstr>Consolas</vt:lpstr>
      <vt:lpstr>Corbel</vt:lpstr>
      <vt:lpstr>Ink Free</vt:lpstr>
      <vt:lpstr>Wingdings</vt:lpstr>
      <vt:lpstr>Chalkboard 16x9</vt:lpstr>
      <vt:lpstr>Student Gradebook</vt:lpstr>
      <vt:lpstr>In our Project we:</vt:lpstr>
      <vt:lpstr>Main Code</vt:lpstr>
      <vt:lpstr>Receiving the file method</vt:lpstr>
      <vt:lpstr>Inside the Calculation Method</vt:lpstr>
      <vt:lpstr>Letter assignment method</vt:lpstr>
      <vt:lpstr>Student Class</vt:lpstr>
      <vt:lpstr>Student Scores Class</vt:lpstr>
      <vt:lpstr>File &amp; Output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Gradebook</dc:title>
  <dc:creator>Ashley Mason</dc:creator>
  <cp:lastModifiedBy>Ashley Mason</cp:lastModifiedBy>
  <cp:revision>9</cp:revision>
  <dcterms:created xsi:type="dcterms:W3CDTF">2025-12-08T20:45:21Z</dcterms:created>
  <dcterms:modified xsi:type="dcterms:W3CDTF">2025-12-08T23:33:58Z</dcterms:modified>
</cp:coreProperties>
</file>